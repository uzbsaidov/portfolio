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46304" cy="146304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" y="640080"/>
            <a:ext cx="146304" cy="146304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4" name="Shape 2"/>
          <p:cNvSpPr/>
          <p:nvPr/>
        </p:nvSpPr>
        <p:spPr>
          <a:xfrm>
            <a:off x="1152144" y="640080"/>
            <a:ext cx="146304" cy="146304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5" name="Text 3"/>
          <p:cNvSpPr/>
          <p:nvPr/>
        </p:nvSpPr>
        <p:spPr>
          <a:xfrm>
            <a:off x="1417320" y="5760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src/game_of_life.c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1737360"/>
            <a:ext cx="2651760" cy="457200"/>
          </a:xfrm>
          <a:prstGeom prst="rect">
            <a:avLst>
              <a:gd name="adj" fmla="val 16000"/>
            </a:avLst>
          </a:prstGeom>
          <a:solidFill>
            <a:srgbClr val="1F2733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37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 ICHKI TAHLILI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game_of_life.c ni boshidan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oxirigacha o'qib chiqamiz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822960" y="3794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qator, har bir funksiya nima uchun va qanday ishlashini sodda tilda ko'rib chiqamiz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2960" y="4572000"/>
            <a:ext cx="10424160" cy="1463040"/>
          </a:xfrm>
          <a:prstGeom prst="rect">
            <a:avLst>
              <a:gd name="adj" fmla="val 5000"/>
            </a:avLst>
          </a:prstGeom>
          <a:solidFill>
            <a:srgbClr val="161B22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4736592"/>
            <a:ext cx="996696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game_of_life.c    ← bugungi diqqat markazi (164 qator)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pattern1..5.txt   ← unga beriladigan boshlang'ich holatlar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Fayl qanday boshlanadi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Kutubxonalar va o'zgarmas qiymatlar (constants)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2377440"/>
          </a:xfrm>
          <a:prstGeom prst="rect">
            <a:avLst>
              <a:gd name="adj" fmla="val 3077"/>
            </a:avLst>
          </a:prstGeom>
          <a:solidFill>
            <a:srgbClr val="161B2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64792"/>
            <a:ext cx="4937760" cy="2048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&lt;ncurses.h&gt;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WIDTH 80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HEIGHT 25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INITIAL_SPEED 100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MIN_SPEED 20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MAX_SPEED 500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SPEED_STEP 10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17920" y="16459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&lt;ncurses.h&gt;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217920" y="196596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Terminalda grafika chizish uchun kerakli funksiyalar (initscr, getch, mvaddch va h.k.)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0" y="26974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217920" y="301752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scanf, getchar kabi oddiy kirish/chiqish funksiyalari uchun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0" y="37490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 / HEIGHT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217920" y="406908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Doska o'lchami: 80 ustun, 25 qator — butun dastur davomida shu qiymatlar ishlatiladi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0" y="48006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*_SPEED / SPEED_STEP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217920" y="512064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O'yin tezligini millisekundlarda belgilaydi: boshlang'ich, minimal, maksimal va bitta bosishdagi qadam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D12P02 · src/game_of_life.c · Kod tahlili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1-2. Kirishni tozalab tekshirish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is_whitespace()  va  only_whitespace_left()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2651760"/>
          </a:xfrm>
          <a:prstGeom prst="rect">
            <a:avLst>
              <a:gd name="adj" fmla="val 2759"/>
            </a:avLst>
          </a:prstGeom>
          <a:solidFill>
            <a:srgbClr val="161B2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64792"/>
            <a:ext cx="4937760" cy="2322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is_whitespace(int character) 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character == ' ' ||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character == '\n' ||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character == '\t' || ...;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only_whitespace_left(void) 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c = getchar();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(c != EOF &amp;&amp;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is_whitespace(c)) 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 = getchar();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c == EOF;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17920" y="1600200"/>
            <a:ext cx="5394960" cy="4297680"/>
          </a:xfrm>
          <a:prstGeom prst="rect">
            <a:avLst>
              <a:gd name="adj" fmla="val 2128"/>
            </a:avLst>
          </a:prstGeom>
          <a:solidFill>
            <a:srgbClr val="1F2733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17830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NIMA UCHUN KERAK?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92240" y="224028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is_whitespace() — bitta belgi probel, tab, yangi qator yoki shunga o'xshash 'bo'sh' belgi ekanini tekshiradi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92240" y="310896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only_whitespace_left() — matritsa o'qib bo'lingach, faylda ortiqcha (kerak bo'lmagan) ma'lumot qolmaganini tekshiradi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0" y="397764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Agar fayl oxirida faqat bo'sh joylar bo'lsa — hammasi yaxshi, dastur davom etadi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484632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Agar fayl oxirida raqam yoki boshqa belgi qolgan bo'lsa — bu noto'g'ri formatlangan fayl degani, dastur xato qaytaradi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D12P02 · src/game_of_life.c · Kod tahlili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Matritsani o'qish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read_grid()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3291840"/>
          </a:xfrm>
          <a:prstGeom prst="rect">
            <a:avLst>
              <a:gd name="adj" fmla="val 2222"/>
            </a:avLst>
          </a:prstGeom>
          <a:solidFill>
            <a:srgbClr val="161B2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64792"/>
            <a:ext cx="4937760" cy="2962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read_grid(int grid[HEIGHT][WIDTH]) {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valid = 1;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(row = 0; row&lt;HEIGHT &amp;&amp; valid;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row++) {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(col = 0; col&lt;WIDTH &amp;&amp; valid;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col++) {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int value = 0;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(scanf("%1d", &amp;value) != 1 ||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(value != 0 &amp;&amp; value != 1)) {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valid = 0;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 else {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grid[row][col] = value;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(valid) valid = only_whitespace_left();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valid;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217920" y="1600200"/>
            <a:ext cx="5394960" cy="4434840"/>
          </a:xfrm>
          <a:prstGeom prst="rect">
            <a:avLst>
              <a:gd name="adj" fmla="val 2062"/>
            </a:avLst>
          </a:prstGeom>
          <a:solidFill>
            <a:srgbClr val="1F2733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17830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QADAM-BAQADAM MANTIQ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92240" y="224028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qator × 80 ustun bo'yicha ikkita ichma-ich sikl bilan yuradi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92240" y="2990088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scanf("%1d", &amp;value) — har safar aynan BITTA raqamni o'qiydi (0 yoki 1)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0" y="3739896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Agar o'qilgan qiymat 0 yoki 1 dan boshqa narsa bo'lsa — valid = 0 qilinadi va sikl to'xtaydi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4489704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Hammasi to'g'ri o'qilsa, natija grid massiviga yoziladi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92240" y="5239512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Oxirida only_whitespace_left() chaqirilib, faylda ortiqcha ma'lumot yo'qligi tekshiriladi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D12P02 · src/game_of_life.c · Kod tahlili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Qo'shnilarni sanash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count_neighbors() — eng muhim funksiya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3017520"/>
          </a:xfrm>
          <a:prstGeom prst="rect">
            <a:avLst>
              <a:gd name="adj" fmla="val 2424"/>
            </a:avLst>
          </a:prstGeom>
          <a:solidFill>
            <a:srgbClr val="161B2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64792"/>
            <a:ext cx="5029200" cy="2688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count_neighbors(grid, row, col) 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count = 0;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(ro=-1; ro&lt;=1; ro++) 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(co=-1; co&lt;=1; co++) 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(ro != 0 || co != 0) 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nr = (row+ro+HEIGHT) % HEIGHT;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nc = (col+co+WIDTH) % WIDTH;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count += grid[nr][nc];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count;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309360" y="1600200"/>
            <a:ext cx="5303520" cy="3017520"/>
          </a:xfrm>
          <a:prstGeom prst="rect">
            <a:avLst>
              <a:gd name="adj" fmla="val 3030"/>
            </a:avLst>
          </a:prstGeom>
          <a:solidFill>
            <a:srgbClr val="1F2733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7373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QO'SHNI (3×3 dan markazsiz)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863840" y="2148840"/>
            <a:ext cx="502920" cy="502920"/>
          </a:xfrm>
          <a:prstGeom prst="rect">
            <a:avLst/>
          </a:prstGeom>
          <a:solidFill>
            <a:srgbClr val="161B22"/>
          </a:solidFill>
          <a:ln w="6350">
            <a:solidFill>
              <a:srgbClr val="5B647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0" y="2148840"/>
            <a:ext cx="502920" cy="502920"/>
          </a:xfrm>
          <a:prstGeom prst="rect">
            <a:avLst/>
          </a:prstGeom>
          <a:solidFill>
            <a:srgbClr val="161B22"/>
          </a:solidFill>
          <a:ln w="6350">
            <a:solidFill>
              <a:srgbClr val="5B647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0" y="2148840"/>
            <a:ext cx="502920" cy="502920"/>
          </a:xfrm>
          <a:prstGeom prst="rect">
            <a:avLst/>
          </a:prstGeom>
          <a:solidFill>
            <a:srgbClr val="161B22"/>
          </a:solidFill>
          <a:ln w="6350">
            <a:solidFill>
              <a:srgbClr val="5B647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63840" y="2697480"/>
            <a:ext cx="502920" cy="502920"/>
          </a:xfrm>
          <a:prstGeom prst="rect">
            <a:avLst/>
          </a:prstGeom>
          <a:solidFill>
            <a:srgbClr val="161B22"/>
          </a:solidFill>
          <a:ln w="6350">
            <a:solidFill>
              <a:srgbClr val="5B647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0" y="2697480"/>
            <a:ext cx="502920" cy="502920"/>
          </a:xfrm>
          <a:prstGeom prst="rect">
            <a:avLst/>
          </a:prstGeom>
          <a:solidFill>
            <a:srgbClr val="F0B429"/>
          </a:solidFill>
          <a:ln w="6350">
            <a:solidFill>
              <a:srgbClr val="5B64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961120" y="2697480"/>
            <a:ext cx="502920" cy="502920"/>
          </a:xfrm>
          <a:prstGeom prst="rect">
            <a:avLst/>
          </a:prstGeom>
          <a:solidFill>
            <a:srgbClr val="161B22"/>
          </a:solidFill>
          <a:ln w="6350">
            <a:solidFill>
              <a:srgbClr val="5B647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0" y="3246120"/>
            <a:ext cx="502920" cy="502920"/>
          </a:xfrm>
          <a:prstGeom prst="rect">
            <a:avLst/>
          </a:prstGeom>
          <a:solidFill>
            <a:srgbClr val="161B22"/>
          </a:solidFill>
          <a:ln w="6350">
            <a:solidFill>
              <a:srgbClr val="5B647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3246120"/>
            <a:ext cx="502920" cy="502920"/>
          </a:xfrm>
          <a:prstGeom prst="rect">
            <a:avLst/>
          </a:prstGeom>
          <a:solidFill>
            <a:srgbClr val="161B22"/>
          </a:solidFill>
          <a:ln w="6350">
            <a:solidFill>
              <a:srgbClr val="5B647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61120" y="3246120"/>
            <a:ext cx="502920" cy="502920"/>
          </a:xfrm>
          <a:prstGeom prst="rect">
            <a:avLst/>
          </a:prstGeom>
          <a:solidFill>
            <a:srgbClr val="161B22"/>
          </a:solidFill>
          <a:ln w="6350">
            <a:solidFill>
              <a:srgbClr val="5B64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379476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(modul) amali orqali chetdan chiqqan indeks doskaning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qarama-qarshi tomoniga "aylanib" o'tadi — shu toroidal chegara!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800600"/>
            <a:ext cx="11064240" cy="1371600"/>
          </a:xfrm>
          <a:prstGeom prst="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9377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(row + ro + HEIGHT) % HEIGHT — nima uchun +HEIGHT qo'shiladi?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2960" y="530352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Agar row=0 va ro=-1 bo'lsa, natija -1 chiqadi. C tilida -1 % HEIGHT manfiy son beradi. +HEIGHT qo'shib olinsa, natija har doim 0 dan HEIGHT-1 gacha bo'lgan to'g'ri indeksga aylanadi — shu orqali "doskaning oxiri boshiga ulanadi".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D12P02 · src/game_of_life.c · Kod tahlili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Qoidalarni kodga aylantirish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next_cell_state()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2377440"/>
          </a:xfrm>
          <a:prstGeom prst="rect">
            <a:avLst>
              <a:gd name="adj" fmla="val 3077"/>
            </a:avLst>
          </a:prstGeom>
          <a:solidFill>
            <a:srgbClr val="161B2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10512"/>
            <a:ext cx="4937760" cy="2048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next_cell_state(state, neighbors) 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next_state = 0;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(state == 1 &amp;&amp;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(neighbors == 2 ||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neighbors == 3)) 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next_state = 1;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else if (state == 0 &amp;&amp;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neighbors == 3) 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next_state = 1;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next_state;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17920" y="1645920"/>
            <a:ext cx="5394960" cy="4206240"/>
          </a:xfrm>
          <a:prstGeom prst="rect">
            <a:avLst>
              <a:gd name="adj" fmla="val 2174"/>
            </a:avLst>
          </a:prstGeom>
          <a:solidFill>
            <a:srgbClr val="1F2733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18288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MANTIQ TARJIMASI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92240" y="2286000"/>
            <a:ext cx="4846320" cy="777240"/>
          </a:xfrm>
          <a:prstGeom prst="rect">
            <a:avLst>
              <a:gd name="adj" fmla="val 7059"/>
            </a:avLst>
          </a:prstGeom>
          <a:solidFill>
            <a:srgbClr val="161B22"/>
          </a:solidFill>
          <a:ln/>
        </p:spPr>
      </p:sp>
      <p:sp>
        <p:nvSpPr>
          <p:cNvPr id="9" name="Text 7"/>
          <p:cNvSpPr/>
          <p:nvPr/>
        </p:nvSpPr>
        <p:spPr>
          <a:xfrm>
            <a:off x="6629400" y="2359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state==1, neighbors==2 yoki 3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629400" y="26700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 (yashab qoladi)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92240" y="3154680"/>
            <a:ext cx="4846320" cy="777240"/>
          </a:xfrm>
          <a:prstGeom prst="rect">
            <a:avLst>
              <a:gd name="adj" fmla="val 7059"/>
            </a:avLst>
          </a:prstGeom>
          <a:solidFill>
            <a:srgbClr val="161B22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32278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state==1, boshqa hamma hol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629400" y="35387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0 (o'ladi: yolg'iz yoki tirband)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92240" y="4023360"/>
            <a:ext cx="4846320" cy="777240"/>
          </a:xfrm>
          <a:prstGeom prst="rect">
            <a:avLst>
              <a:gd name="adj" fmla="val 7059"/>
            </a:avLst>
          </a:prstGeom>
          <a:solidFill>
            <a:srgbClr val="161B22"/>
          </a:solidFill>
          <a:ln/>
        </p:spPr>
      </p:sp>
      <p:sp>
        <p:nvSpPr>
          <p:cNvPr id="15" name="Text 13"/>
          <p:cNvSpPr/>
          <p:nvPr/>
        </p:nvSpPr>
        <p:spPr>
          <a:xfrm>
            <a:off x="6629400" y="40965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state==0, neighbors==3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629400" y="44074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 (tug'iladi)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92240" y="4892040"/>
            <a:ext cx="4846320" cy="777240"/>
          </a:xfrm>
          <a:prstGeom prst="rect">
            <a:avLst>
              <a:gd name="adj" fmla="val 7059"/>
            </a:avLst>
          </a:prstGeom>
          <a:solidFill>
            <a:srgbClr val="161B22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49651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state==0, boshqa hamma hol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629400" y="527608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0 (o'lik qoladi)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D12P02 · src/game_of_life.c · Kod tahlili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Butun doskani yangilash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update_grid() — nega ikkita massiv kerak?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3200400"/>
          </a:xfrm>
          <a:prstGeom prst="rect">
            <a:avLst>
              <a:gd name="adj" fmla="val 2286"/>
            </a:avLst>
          </a:prstGeom>
          <a:solidFill>
            <a:srgbClr val="161B2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64792"/>
            <a:ext cx="4937760" cy="2871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update_grid(grid) 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next_grid[HEIGHT][WIDTH];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(row...) for (col...) 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 = count_neighbors(grid,row,col);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next_grid[row][col] =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next_cell_state(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grid[row][col], n);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(row...) for (col...) 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grid[row][col] =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next_grid[row][col];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17920" y="1600200"/>
            <a:ext cx="5394960" cy="4434840"/>
          </a:xfrm>
          <a:prstGeom prst="rect">
            <a:avLst>
              <a:gd name="adj" fmla="val 2062"/>
            </a:avLst>
          </a:prstGeom>
          <a:solidFill>
            <a:srgbClr val="1F2733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17830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MUAMMO VA YECHIM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92240" y="219456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Muammo: Agar biz bir grid ustida to'g'ridan-to'g'ri yozib borsak, keyingi katakchalar hisoblanganda allaqachon YANGILANGAN qo'shnilardan foydalanib qo'yamiz — bu esa Game of Life qoidasini buzadi (o'zgarishlar bir vaqtda bo'lishi kerak).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92240" y="365760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Yechim: Yangi holatlar alohida next_grid massivida hisoblab boriladi. Faqat HAMMA katakcha hisoblab bo'lingach, ikkinchi sikl orqali natija asl grid'ga ko'chiriladi.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D12P02 · src/game_of_life.c · Kod tahlili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7-8. Chizish va boshqaruv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draw_grid()  va  handle_input()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2743200"/>
          </a:xfrm>
          <a:prstGeom prst="rect">
            <a:avLst>
              <a:gd name="adj" fmla="val 2667"/>
            </a:avLst>
          </a:prstGeom>
          <a:solidFill>
            <a:srgbClr val="161B2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64792"/>
            <a:ext cx="4937760" cy="2414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draw_grid(grid) 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erase();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(row...) for (col...) 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 = grid[row][col]==1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? 'O' : ' ';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mvaddch(row, col, ch);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refresh();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4480560"/>
            <a:ext cx="5394960" cy="1554480"/>
          </a:xfrm>
          <a:prstGeom prst="rect">
            <a:avLst>
              <a:gd name="adj" fmla="val 4706"/>
            </a:avLst>
          </a:prstGeom>
          <a:solidFill>
            <a:srgbClr val="161B2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4645152"/>
            <a:ext cx="493776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handle_input(key,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speed, running) {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(key=='A'&amp;&amp;*speed&gt;MIN)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*speed -= STEP;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 if (key=='Z'&amp;&amp;...)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*speed += STEP;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 if (key==' ')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*running = 0;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600200"/>
            <a:ext cx="5394960" cy="4434840"/>
          </a:xfrm>
          <a:prstGeom prst="rect">
            <a:avLst>
              <a:gd name="adj" fmla="val 2062"/>
            </a:avLst>
          </a:prstGeom>
          <a:solidFill>
            <a:srgbClr val="1F2733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7830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SODDA TILDA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0" y="21945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erase() — ekranni tozalaydi, eski rasm qolib ketmasligi uchun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2907792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mvaddch(row, col, ch) — aniq koordinataga bitta belgi chizadi ('O' yoki bo'sh joy)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92240" y="3621024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refresh() — chizilgan hamma narsani ekranga chiqaradi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0" y="4334256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handle_input() — bosilgan tugmaga qarab speed o'zgaradi yoki running=0 orqali o'yin to'xtaydi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92240" y="5047488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*speed va *running — bu "pointer" (ko'rsatkich): funksiya asl o'zgaruvchini to'g'ridan-to'g'ri o'zgartira oladi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D12P02 · src/game_of_life.c · Kod tahlili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9-10. Hammasini birlashtirish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run_game()  va  main() — dasturning yuragi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434840"/>
          </a:xfrm>
          <a:prstGeom prst="rect">
            <a:avLst>
              <a:gd name="adj" fmla="val 1649"/>
            </a:avLst>
          </a:prstGeom>
          <a:solidFill>
            <a:srgbClr val="161B2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64792"/>
            <a:ext cx="4937760" cy="4105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run_game(grid) {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speed = INITIAL_SPEED;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running = 1;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cbreak(); noecho();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curs_set(0);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nodelay(stdscr, TRUE);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(running) {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draw_grid(grid);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key = getch();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handle_input(key,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&amp;speed, &amp;running);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(running) {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napms(speed);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update_grid(grid);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217920" y="1600200"/>
            <a:ext cx="5394960" cy="4434840"/>
          </a:xfrm>
          <a:prstGeom prst="rect">
            <a:avLst>
              <a:gd name="adj" fmla="val 1649"/>
            </a:avLst>
          </a:prstGeom>
          <a:solidFill>
            <a:srgbClr val="161B22"/>
          </a:solidFill>
          <a:ln/>
        </p:spPr>
      </p:sp>
      <p:sp>
        <p:nvSpPr>
          <p:cNvPr id="7" name="Text 5"/>
          <p:cNvSpPr/>
          <p:nvPr/>
        </p:nvSpPr>
        <p:spPr>
          <a:xfrm>
            <a:off x="6446520" y="1764792"/>
            <a:ext cx="4937760" cy="4105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main(void) {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grid[HEIGHT][WIDTH];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result = 0;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(!read_grid(grid)) {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1;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else if (freopen(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"/dev/tty","r",stdin)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== NULL) {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1;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else {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initscr();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(LINES&lt;HEIGHT ||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COLS&lt;WIDTH) {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result = 1;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else {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run_game(grid);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endwin();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result;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D12P02 · src/game_of_life.c · Kod tahlili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Boshidan oxirigacha to'liq yo'l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Fayl ishga tushganidan yopilishigacha bo'lgan yagona zanjir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499616" y="1737360"/>
            <a:ext cx="731520" cy="731520"/>
          </a:xfrm>
          <a:prstGeom prst="ellipse">
            <a:avLst/>
          </a:prstGeom>
          <a:solidFill>
            <a:srgbClr val="1F2733"/>
          </a:solidFill>
          <a:ln w="25400">
            <a:solidFill>
              <a:srgbClr val="3ECF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99616" y="1737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31136" y="2103120"/>
            <a:ext cx="1353312" cy="0"/>
          </a:xfrm>
          <a:prstGeom prst="line">
            <a:avLst/>
          </a:prstGeom>
          <a:noFill/>
          <a:ln w="19050">
            <a:solidFill>
              <a:srgbClr val="5B6472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85800" y="2606040"/>
            <a:ext cx="2359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main()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2944368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dastur boshlanadi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84448" y="1737360"/>
            <a:ext cx="731520" cy="731520"/>
          </a:xfrm>
          <a:prstGeom prst="ellipse">
            <a:avLst/>
          </a:prstGeom>
          <a:solidFill>
            <a:srgbClr val="1F2733"/>
          </a:solidFill>
          <a:ln w="25400">
            <a:solidFill>
              <a:srgbClr val="3ECF8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84448" y="1737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315968" y="2103120"/>
            <a:ext cx="1353312" cy="0"/>
          </a:xfrm>
          <a:prstGeom prst="line">
            <a:avLst/>
          </a:prstGeom>
          <a:noFill/>
          <a:ln w="19050">
            <a:solidFill>
              <a:srgbClr val="5B6472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2770632" y="2606040"/>
            <a:ext cx="2359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read_grid()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816352" y="2944368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80×25 o'qiladi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0" y="1737360"/>
            <a:ext cx="731520" cy="731520"/>
          </a:xfrm>
          <a:prstGeom prst="ellipse">
            <a:avLst/>
          </a:prstGeom>
          <a:solidFill>
            <a:srgbClr val="1F2733"/>
          </a:solidFill>
          <a:ln w="25400">
            <a:solidFill>
              <a:srgbClr val="3ECF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1737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400800" y="2103120"/>
            <a:ext cx="1353312" cy="0"/>
          </a:xfrm>
          <a:prstGeom prst="line">
            <a:avLst/>
          </a:prstGeom>
          <a:noFill/>
          <a:ln w="19050">
            <a:solidFill>
              <a:srgbClr val="5B6472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855464" y="2606040"/>
            <a:ext cx="2359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freopen()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901184" y="2944368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klaviatura ulanadi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54112" y="1737360"/>
            <a:ext cx="731520" cy="731520"/>
          </a:xfrm>
          <a:prstGeom prst="ellipse">
            <a:avLst/>
          </a:prstGeom>
          <a:solidFill>
            <a:srgbClr val="1F2733"/>
          </a:solidFill>
          <a:ln w="25400">
            <a:solidFill>
              <a:srgbClr val="3ECF8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54112" y="1737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8485632" y="2103120"/>
            <a:ext cx="1353312" cy="0"/>
          </a:xfrm>
          <a:prstGeom prst="line">
            <a:avLst/>
          </a:prstGeom>
          <a:noFill/>
          <a:ln w="19050">
            <a:solidFill>
              <a:srgbClr val="5B6472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6940296" y="2606040"/>
            <a:ext cx="2359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initscr()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986016" y="2944368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ncurses yoqiladi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838944" y="1737360"/>
            <a:ext cx="731520" cy="731520"/>
          </a:xfrm>
          <a:prstGeom prst="ellipse">
            <a:avLst/>
          </a:prstGeom>
          <a:solidFill>
            <a:srgbClr val="1F2733"/>
          </a:solidFill>
          <a:ln w="25400">
            <a:solidFill>
              <a:srgbClr val="3ECF8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38944" y="1737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025128" y="2606040"/>
            <a:ext cx="2359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run_game()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070848" y="2944368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sikl boshlanadi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22960" y="3246120"/>
            <a:ext cx="10515600" cy="1417320"/>
          </a:xfrm>
          <a:prstGeom prst="rect">
            <a:avLst>
              <a:gd name="adj" fmla="val 6452"/>
            </a:avLst>
          </a:prstGeom>
          <a:solidFill>
            <a:srgbClr val="161B22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7280" y="3383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run_game() ICHIDA — TUGAMAGUNCHA TAKRORLANADI: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97280" y="37490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draw_grid()  →  getch()  →  handle_input()  →  napms(speed)  →  update_grid()  →  (yana boshidan)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22960" y="4892040"/>
            <a:ext cx="10515600" cy="1234440"/>
          </a:xfrm>
          <a:prstGeom prst="rect">
            <a:avLst>
              <a:gd name="adj" fmla="val 7407"/>
            </a:avLst>
          </a:prstGeom>
          <a:solidFill>
            <a:srgbClr val="1F2733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97280" y="5029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YAKUN: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97280" y="534924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bosilganda running=0 bo'ladi → sikl to'xtaydi → endwin() chaqirilib ncurses yopiladi → main() natija (0 yoki 1) bilan tugaydi.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D12P02 · src/game_of_life.c · Kod tahlili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Fayl bilan bir qatorda: 5 ta pattern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src/pattern1.txt — pattern5.txt: har biri 80×25, 0/1 qiymatlardan iborat matn fayl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057400" cy="3246120"/>
          </a:xfrm>
          <a:prstGeom prst="rect">
            <a:avLst>
              <a:gd name="adj" fmla="val 4444"/>
            </a:avLst>
          </a:prstGeom>
          <a:solidFill>
            <a:srgbClr val="161B2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74520"/>
            <a:ext cx="347472" cy="34747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1874520"/>
            <a:ext cx="347472" cy="34747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7" name="Shape 5"/>
          <p:cNvSpPr/>
          <p:nvPr/>
        </p:nvSpPr>
        <p:spPr>
          <a:xfrm>
            <a:off x="1554480" y="1874520"/>
            <a:ext cx="347472" cy="34747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8" name="Shape 6"/>
          <p:cNvSpPr/>
          <p:nvPr/>
        </p:nvSpPr>
        <p:spPr>
          <a:xfrm>
            <a:off x="1920240" y="1874520"/>
            <a:ext cx="347472" cy="34747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2240280"/>
            <a:ext cx="347472" cy="34747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0" name="Shape 8"/>
          <p:cNvSpPr/>
          <p:nvPr/>
        </p:nvSpPr>
        <p:spPr>
          <a:xfrm>
            <a:off x="1188720" y="2240280"/>
            <a:ext cx="347472" cy="34747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1" name="Shape 9"/>
          <p:cNvSpPr/>
          <p:nvPr/>
        </p:nvSpPr>
        <p:spPr>
          <a:xfrm>
            <a:off x="1554480" y="2240280"/>
            <a:ext cx="347472" cy="34747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2" name="Shape 10"/>
          <p:cNvSpPr/>
          <p:nvPr/>
        </p:nvSpPr>
        <p:spPr>
          <a:xfrm>
            <a:off x="1920240" y="2240280"/>
            <a:ext cx="347472" cy="34747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2606040"/>
            <a:ext cx="347472" cy="34747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4" name="Shape 12"/>
          <p:cNvSpPr/>
          <p:nvPr/>
        </p:nvSpPr>
        <p:spPr>
          <a:xfrm>
            <a:off x="1188720" y="2606040"/>
            <a:ext cx="347472" cy="34747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5" name="Shape 13"/>
          <p:cNvSpPr/>
          <p:nvPr/>
        </p:nvSpPr>
        <p:spPr>
          <a:xfrm>
            <a:off x="1554480" y="2606040"/>
            <a:ext cx="347472" cy="34747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6" name="Shape 14"/>
          <p:cNvSpPr/>
          <p:nvPr/>
        </p:nvSpPr>
        <p:spPr>
          <a:xfrm>
            <a:off x="1920240" y="2606040"/>
            <a:ext cx="347472" cy="34747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971800"/>
            <a:ext cx="347472" cy="34747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8" name="Shape 16"/>
          <p:cNvSpPr/>
          <p:nvPr/>
        </p:nvSpPr>
        <p:spPr>
          <a:xfrm>
            <a:off x="1188720" y="2971800"/>
            <a:ext cx="347472" cy="34747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9" name="Shape 17"/>
          <p:cNvSpPr/>
          <p:nvPr/>
        </p:nvSpPr>
        <p:spPr>
          <a:xfrm>
            <a:off x="1554480" y="2971800"/>
            <a:ext cx="347472" cy="34747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20" name="Shape 18"/>
          <p:cNvSpPr/>
          <p:nvPr/>
        </p:nvSpPr>
        <p:spPr>
          <a:xfrm>
            <a:off x="1920240" y="2971800"/>
            <a:ext cx="347472" cy="34747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4747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Glider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434340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pattern1.txt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52344" y="1645920"/>
            <a:ext cx="2057400" cy="3246120"/>
          </a:xfrm>
          <a:prstGeom prst="rect">
            <a:avLst>
              <a:gd name="adj" fmla="val 4444"/>
            </a:avLst>
          </a:prstGeom>
          <a:solidFill>
            <a:srgbClr val="161B22"/>
          </a:solidFill>
          <a:ln/>
        </p:spPr>
      </p:sp>
      <p:sp>
        <p:nvSpPr>
          <p:cNvPr id="24" name="Shape 22"/>
          <p:cNvSpPr/>
          <p:nvPr/>
        </p:nvSpPr>
        <p:spPr>
          <a:xfrm>
            <a:off x="3026664" y="187452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25" name="Shape 23"/>
          <p:cNvSpPr/>
          <p:nvPr/>
        </p:nvSpPr>
        <p:spPr>
          <a:xfrm>
            <a:off x="3209544" y="187452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26" name="Shape 24"/>
          <p:cNvSpPr/>
          <p:nvPr/>
        </p:nvSpPr>
        <p:spPr>
          <a:xfrm>
            <a:off x="3392424" y="187452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27" name="Shape 25"/>
          <p:cNvSpPr/>
          <p:nvPr/>
        </p:nvSpPr>
        <p:spPr>
          <a:xfrm>
            <a:off x="3575304" y="187452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28" name="Shape 26"/>
          <p:cNvSpPr/>
          <p:nvPr/>
        </p:nvSpPr>
        <p:spPr>
          <a:xfrm>
            <a:off x="3758184" y="187452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29" name="Shape 27"/>
          <p:cNvSpPr/>
          <p:nvPr/>
        </p:nvSpPr>
        <p:spPr>
          <a:xfrm>
            <a:off x="3941064" y="187452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30" name="Shape 28"/>
          <p:cNvSpPr/>
          <p:nvPr/>
        </p:nvSpPr>
        <p:spPr>
          <a:xfrm>
            <a:off x="4123944" y="187452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31" name="Shape 29"/>
          <p:cNvSpPr/>
          <p:nvPr/>
        </p:nvSpPr>
        <p:spPr>
          <a:xfrm>
            <a:off x="4306824" y="187452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32" name="Shape 30"/>
          <p:cNvSpPr/>
          <p:nvPr/>
        </p:nvSpPr>
        <p:spPr>
          <a:xfrm>
            <a:off x="3026664" y="205740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33" name="Shape 31"/>
          <p:cNvSpPr/>
          <p:nvPr/>
        </p:nvSpPr>
        <p:spPr>
          <a:xfrm>
            <a:off x="3209544" y="2057400"/>
            <a:ext cx="164592" cy="16459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34" name="Shape 32"/>
          <p:cNvSpPr/>
          <p:nvPr/>
        </p:nvSpPr>
        <p:spPr>
          <a:xfrm>
            <a:off x="3392424" y="2057400"/>
            <a:ext cx="164592" cy="16459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35" name="Shape 33"/>
          <p:cNvSpPr/>
          <p:nvPr/>
        </p:nvSpPr>
        <p:spPr>
          <a:xfrm>
            <a:off x="3575304" y="205740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36" name="Shape 34"/>
          <p:cNvSpPr/>
          <p:nvPr/>
        </p:nvSpPr>
        <p:spPr>
          <a:xfrm>
            <a:off x="3758184" y="205740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37" name="Shape 35"/>
          <p:cNvSpPr/>
          <p:nvPr/>
        </p:nvSpPr>
        <p:spPr>
          <a:xfrm>
            <a:off x="3941064" y="2057400"/>
            <a:ext cx="164592" cy="16459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38" name="Shape 36"/>
          <p:cNvSpPr/>
          <p:nvPr/>
        </p:nvSpPr>
        <p:spPr>
          <a:xfrm>
            <a:off x="4123944" y="205740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39" name="Shape 37"/>
          <p:cNvSpPr/>
          <p:nvPr/>
        </p:nvSpPr>
        <p:spPr>
          <a:xfrm>
            <a:off x="4306824" y="205740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40" name="Shape 38"/>
          <p:cNvSpPr/>
          <p:nvPr/>
        </p:nvSpPr>
        <p:spPr>
          <a:xfrm>
            <a:off x="3026664" y="224028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41" name="Shape 39"/>
          <p:cNvSpPr/>
          <p:nvPr/>
        </p:nvSpPr>
        <p:spPr>
          <a:xfrm>
            <a:off x="3209544" y="2240280"/>
            <a:ext cx="164592" cy="16459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42" name="Shape 40"/>
          <p:cNvSpPr/>
          <p:nvPr/>
        </p:nvSpPr>
        <p:spPr>
          <a:xfrm>
            <a:off x="3392424" y="2240280"/>
            <a:ext cx="164592" cy="16459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43" name="Shape 41"/>
          <p:cNvSpPr/>
          <p:nvPr/>
        </p:nvSpPr>
        <p:spPr>
          <a:xfrm>
            <a:off x="3575304" y="224028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44" name="Shape 42"/>
          <p:cNvSpPr/>
          <p:nvPr/>
        </p:nvSpPr>
        <p:spPr>
          <a:xfrm>
            <a:off x="3758184" y="2240280"/>
            <a:ext cx="164592" cy="16459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45" name="Shape 43"/>
          <p:cNvSpPr/>
          <p:nvPr/>
        </p:nvSpPr>
        <p:spPr>
          <a:xfrm>
            <a:off x="3941064" y="224028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46" name="Shape 44"/>
          <p:cNvSpPr/>
          <p:nvPr/>
        </p:nvSpPr>
        <p:spPr>
          <a:xfrm>
            <a:off x="4123944" y="2240280"/>
            <a:ext cx="164592" cy="16459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47" name="Shape 45"/>
          <p:cNvSpPr/>
          <p:nvPr/>
        </p:nvSpPr>
        <p:spPr>
          <a:xfrm>
            <a:off x="4306824" y="224028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48" name="Shape 46"/>
          <p:cNvSpPr/>
          <p:nvPr/>
        </p:nvSpPr>
        <p:spPr>
          <a:xfrm>
            <a:off x="3026664" y="242316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49" name="Shape 47"/>
          <p:cNvSpPr/>
          <p:nvPr/>
        </p:nvSpPr>
        <p:spPr>
          <a:xfrm>
            <a:off x="3209544" y="242316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50" name="Shape 48"/>
          <p:cNvSpPr/>
          <p:nvPr/>
        </p:nvSpPr>
        <p:spPr>
          <a:xfrm>
            <a:off x="3392424" y="242316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51" name="Shape 49"/>
          <p:cNvSpPr/>
          <p:nvPr/>
        </p:nvSpPr>
        <p:spPr>
          <a:xfrm>
            <a:off x="3575304" y="242316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52" name="Shape 50"/>
          <p:cNvSpPr/>
          <p:nvPr/>
        </p:nvSpPr>
        <p:spPr>
          <a:xfrm>
            <a:off x="3758184" y="2423160"/>
            <a:ext cx="164592" cy="16459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53" name="Shape 51"/>
          <p:cNvSpPr/>
          <p:nvPr/>
        </p:nvSpPr>
        <p:spPr>
          <a:xfrm>
            <a:off x="3941064" y="242316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54" name="Shape 52"/>
          <p:cNvSpPr/>
          <p:nvPr/>
        </p:nvSpPr>
        <p:spPr>
          <a:xfrm>
            <a:off x="4123944" y="2423160"/>
            <a:ext cx="164592" cy="16459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55" name="Shape 53"/>
          <p:cNvSpPr/>
          <p:nvPr/>
        </p:nvSpPr>
        <p:spPr>
          <a:xfrm>
            <a:off x="4306824" y="242316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56" name="Shape 54"/>
          <p:cNvSpPr/>
          <p:nvPr/>
        </p:nvSpPr>
        <p:spPr>
          <a:xfrm>
            <a:off x="3026664" y="260604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57" name="Shape 55"/>
          <p:cNvSpPr/>
          <p:nvPr/>
        </p:nvSpPr>
        <p:spPr>
          <a:xfrm>
            <a:off x="3209544" y="260604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58" name="Shape 56"/>
          <p:cNvSpPr/>
          <p:nvPr/>
        </p:nvSpPr>
        <p:spPr>
          <a:xfrm>
            <a:off x="3392424" y="260604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59" name="Shape 57"/>
          <p:cNvSpPr/>
          <p:nvPr/>
        </p:nvSpPr>
        <p:spPr>
          <a:xfrm>
            <a:off x="3575304" y="260604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60" name="Shape 58"/>
          <p:cNvSpPr/>
          <p:nvPr/>
        </p:nvSpPr>
        <p:spPr>
          <a:xfrm>
            <a:off x="3758184" y="260604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61" name="Shape 59"/>
          <p:cNvSpPr/>
          <p:nvPr/>
        </p:nvSpPr>
        <p:spPr>
          <a:xfrm>
            <a:off x="3941064" y="2606040"/>
            <a:ext cx="164592" cy="16459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62" name="Shape 60"/>
          <p:cNvSpPr/>
          <p:nvPr/>
        </p:nvSpPr>
        <p:spPr>
          <a:xfrm>
            <a:off x="4123944" y="260604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63" name="Shape 61"/>
          <p:cNvSpPr/>
          <p:nvPr/>
        </p:nvSpPr>
        <p:spPr>
          <a:xfrm>
            <a:off x="4306824" y="260604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64" name="Shape 62"/>
          <p:cNvSpPr/>
          <p:nvPr/>
        </p:nvSpPr>
        <p:spPr>
          <a:xfrm>
            <a:off x="3026664" y="278892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65" name="Shape 63"/>
          <p:cNvSpPr/>
          <p:nvPr/>
        </p:nvSpPr>
        <p:spPr>
          <a:xfrm>
            <a:off x="3209544" y="2788920"/>
            <a:ext cx="164592" cy="16459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92424" y="2788920"/>
            <a:ext cx="164592" cy="16459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67" name="Shape 65"/>
          <p:cNvSpPr/>
          <p:nvPr/>
        </p:nvSpPr>
        <p:spPr>
          <a:xfrm>
            <a:off x="3575304" y="278892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68" name="Shape 66"/>
          <p:cNvSpPr/>
          <p:nvPr/>
        </p:nvSpPr>
        <p:spPr>
          <a:xfrm>
            <a:off x="3758184" y="278892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69" name="Shape 67"/>
          <p:cNvSpPr/>
          <p:nvPr/>
        </p:nvSpPr>
        <p:spPr>
          <a:xfrm>
            <a:off x="3941064" y="278892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70" name="Shape 68"/>
          <p:cNvSpPr/>
          <p:nvPr/>
        </p:nvSpPr>
        <p:spPr>
          <a:xfrm>
            <a:off x="4123944" y="278892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71" name="Shape 69"/>
          <p:cNvSpPr/>
          <p:nvPr/>
        </p:nvSpPr>
        <p:spPr>
          <a:xfrm>
            <a:off x="4306824" y="278892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72" name="Shape 70"/>
          <p:cNvSpPr/>
          <p:nvPr/>
        </p:nvSpPr>
        <p:spPr>
          <a:xfrm>
            <a:off x="3026664" y="297180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73" name="Shape 71"/>
          <p:cNvSpPr/>
          <p:nvPr/>
        </p:nvSpPr>
        <p:spPr>
          <a:xfrm>
            <a:off x="3209544" y="2971800"/>
            <a:ext cx="164592" cy="16459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74" name="Shape 72"/>
          <p:cNvSpPr/>
          <p:nvPr/>
        </p:nvSpPr>
        <p:spPr>
          <a:xfrm>
            <a:off x="3392424" y="2971800"/>
            <a:ext cx="164592" cy="16459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75" name="Shape 73"/>
          <p:cNvSpPr/>
          <p:nvPr/>
        </p:nvSpPr>
        <p:spPr>
          <a:xfrm>
            <a:off x="3575304" y="297180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76" name="Shape 74"/>
          <p:cNvSpPr/>
          <p:nvPr/>
        </p:nvSpPr>
        <p:spPr>
          <a:xfrm>
            <a:off x="3758184" y="297180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77" name="Shape 75"/>
          <p:cNvSpPr/>
          <p:nvPr/>
        </p:nvSpPr>
        <p:spPr>
          <a:xfrm>
            <a:off x="3941064" y="297180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78" name="Shape 76"/>
          <p:cNvSpPr/>
          <p:nvPr/>
        </p:nvSpPr>
        <p:spPr>
          <a:xfrm>
            <a:off x="4123944" y="297180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79" name="Shape 77"/>
          <p:cNvSpPr/>
          <p:nvPr/>
        </p:nvSpPr>
        <p:spPr>
          <a:xfrm>
            <a:off x="4306824" y="297180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80" name="Shape 78"/>
          <p:cNvSpPr/>
          <p:nvPr/>
        </p:nvSpPr>
        <p:spPr>
          <a:xfrm>
            <a:off x="3026664" y="315468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81" name="Shape 79"/>
          <p:cNvSpPr/>
          <p:nvPr/>
        </p:nvSpPr>
        <p:spPr>
          <a:xfrm>
            <a:off x="3209544" y="315468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82" name="Shape 80"/>
          <p:cNvSpPr/>
          <p:nvPr/>
        </p:nvSpPr>
        <p:spPr>
          <a:xfrm>
            <a:off x="3392424" y="315468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83" name="Shape 81"/>
          <p:cNvSpPr/>
          <p:nvPr/>
        </p:nvSpPr>
        <p:spPr>
          <a:xfrm>
            <a:off x="3575304" y="315468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84" name="Shape 82"/>
          <p:cNvSpPr/>
          <p:nvPr/>
        </p:nvSpPr>
        <p:spPr>
          <a:xfrm>
            <a:off x="3758184" y="315468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85" name="Shape 83"/>
          <p:cNvSpPr/>
          <p:nvPr/>
        </p:nvSpPr>
        <p:spPr>
          <a:xfrm>
            <a:off x="3941064" y="315468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86" name="Shape 84"/>
          <p:cNvSpPr/>
          <p:nvPr/>
        </p:nvSpPr>
        <p:spPr>
          <a:xfrm>
            <a:off x="4123944" y="315468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87" name="Shape 85"/>
          <p:cNvSpPr/>
          <p:nvPr/>
        </p:nvSpPr>
        <p:spPr>
          <a:xfrm>
            <a:off x="4306824" y="3154680"/>
            <a:ext cx="164592" cy="16459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88" name="Text 86"/>
          <p:cNvSpPr/>
          <p:nvPr/>
        </p:nvSpPr>
        <p:spPr>
          <a:xfrm>
            <a:off x="2843784" y="34747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Gosper Gun</a:t>
            </a:r>
            <a:endParaRPr lang="en-US" sz="1250" dirty="0"/>
          </a:p>
        </p:txBody>
      </p:sp>
      <p:sp>
        <p:nvSpPr>
          <p:cNvPr id="89" name="Text 87"/>
          <p:cNvSpPr/>
          <p:nvPr/>
        </p:nvSpPr>
        <p:spPr>
          <a:xfrm>
            <a:off x="2843784" y="434340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pattern5.txt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4956048" y="1645920"/>
            <a:ext cx="2057400" cy="3246120"/>
          </a:xfrm>
          <a:prstGeom prst="rect">
            <a:avLst>
              <a:gd name="adj" fmla="val 4444"/>
            </a:avLst>
          </a:prstGeom>
          <a:solidFill>
            <a:srgbClr val="161B22"/>
          </a:solidFill>
          <a:ln/>
        </p:spPr>
      </p:sp>
      <p:sp>
        <p:nvSpPr>
          <p:cNvPr id="91" name="Shape 89"/>
          <p:cNvSpPr/>
          <p:nvPr/>
        </p:nvSpPr>
        <p:spPr>
          <a:xfrm>
            <a:off x="5230368" y="1874520"/>
            <a:ext cx="225552" cy="22555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92" name="Shape 90"/>
          <p:cNvSpPr/>
          <p:nvPr/>
        </p:nvSpPr>
        <p:spPr>
          <a:xfrm>
            <a:off x="5474208" y="1874520"/>
            <a:ext cx="225552" cy="22555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93" name="Shape 91"/>
          <p:cNvSpPr/>
          <p:nvPr/>
        </p:nvSpPr>
        <p:spPr>
          <a:xfrm>
            <a:off x="5718048" y="1874520"/>
            <a:ext cx="225552" cy="22555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94" name="Shape 92"/>
          <p:cNvSpPr/>
          <p:nvPr/>
        </p:nvSpPr>
        <p:spPr>
          <a:xfrm>
            <a:off x="5961888" y="1874520"/>
            <a:ext cx="225552" cy="22555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95" name="Shape 93"/>
          <p:cNvSpPr/>
          <p:nvPr/>
        </p:nvSpPr>
        <p:spPr>
          <a:xfrm>
            <a:off x="6205728" y="1874520"/>
            <a:ext cx="225552" cy="22555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96" name="Shape 94"/>
          <p:cNvSpPr/>
          <p:nvPr/>
        </p:nvSpPr>
        <p:spPr>
          <a:xfrm>
            <a:off x="6449568" y="1874520"/>
            <a:ext cx="225552" cy="22555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97" name="Shape 95"/>
          <p:cNvSpPr/>
          <p:nvPr/>
        </p:nvSpPr>
        <p:spPr>
          <a:xfrm>
            <a:off x="5230368" y="2118360"/>
            <a:ext cx="225552" cy="22555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98" name="Shape 96"/>
          <p:cNvSpPr/>
          <p:nvPr/>
        </p:nvSpPr>
        <p:spPr>
          <a:xfrm>
            <a:off x="5474208" y="2118360"/>
            <a:ext cx="225552" cy="22555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99" name="Shape 97"/>
          <p:cNvSpPr/>
          <p:nvPr/>
        </p:nvSpPr>
        <p:spPr>
          <a:xfrm>
            <a:off x="5718048" y="2118360"/>
            <a:ext cx="225552" cy="22555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00" name="Shape 98"/>
          <p:cNvSpPr/>
          <p:nvPr/>
        </p:nvSpPr>
        <p:spPr>
          <a:xfrm>
            <a:off x="5961888" y="2118360"/>
            <a:ext cx="225552" cy="22555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01" name="Shape 99"/>
          <p:cNvSpPr/>
          <p:nvPr/>
        </p:nvSpPr>
        <p:spPr>
          <a:xfrm>
            <a:off x="6205728" y="2118360"/>
            <a:ext cx="225552" cy="22555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02" name="Shape 100"/>
          <p:cNvSpPr/>
          <p:nvPr/>
        </p:nvSpPr>
        <p:spPr>
          <a:xfrm>
            <a:off x="6449568" y="2118360"/>
            <a:ext cx="225552" cy="22555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230368" y="2362200"/>
            <a:ext cx="225552" cy="22555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474208" y="2362200"/>
            <a:ext cx="225552" cy="22555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718048" y="2362200"/>
            <a:ext cx="225552" cy="22555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961888" y="2362200"/>
            <a:ext cx="225552" cy="22555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07" name="Shape 105"/>
          <p:cNvSpPr/>
          <p:nvPr/>
        </p:nvSpPr>
        <p:spPr>
          <a:xfrm>
            <a:off x="6205728" y="2362200"/>
            <a:ext cx="225552" cy="22555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08" name="Shape 106"/>
          <p:cNvSpPr/>
          <p:nvPr/>
        </p:nvSpPr>
        <p:spPr>
          <a:xfrm>
            <a:off x="6449568" y="2362200"/>
            <a:ext cx="225552" cy="22555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230368" y="2606040"/>
            <a:ext cx="225552" cy="22555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474208" y="2606040"/>
            <a:ext cx="225552" cy="22555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718048" y="2606040"/>
            <a:ext cx="225552" cy="22555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961888" y="2606040"/>
            <a:ext cx="225552" cy="22555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6205728" y="2606040"/>
            <a:ext cx="225552" cy="22555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6449568" y="2606040"/>
            <a:ext cx="225552" cy="22555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230368" y="2849880"/>
            <a:ext cx="225552" cy="22555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474208" y="2849880"/>
            <a:ext cx="225552" cy="22555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718048" y="2849880"/>
            <a:ext cx="225552" cy="22555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961888" y="2849880"/>
            <a:ext cx="225552" cy="22555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19" name="Shape 117"/>
          <p:cNvSpPr/>
          <p:nvPr/>
        </p:nvSpPr>
        <p:spPr>
          <a:xfrm>
            <a:off x="6205728" y="2849880"/>
            <a:ext cx="225552" cy="22555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20" name="Shape 118"/>
          <p:cNvSpPr/>
          <p:nvPr/>
        </p:nvSpPr>
        <p:spPr>
          <a:xfrm>
            <a:off x="6449568" y="2849880"/>
            <a:ext cx="225552" cy="22555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230368" y="3093720"/>
            <a:ext cx="225552" cy="22555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22" name="Shape 120"/>
          <p:cNvSpPr/>
          <p:nvPr/>
        </p:nvSpPr>
        <p:spPr>
          <a:xfrm>
            <a:off x="5474208" y="3093720"/>
            <a:ext cx="225552" cy="22555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23" name="Shape 121"/>
          <p:cNvSpPr/>
          <p:nvPr/>
        </p:nvSpPr>
        <p:spPr>
          <a:xfrm>
            <a:off x="5718048" y="3093720"/>
            <a:ext cx="225552" cy="22555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24" name="Shape 122"/>
          <p:cNvSpPr/>
          <p:nvPr/>
        </p:nvSpPr>
        <p:spPr>
          <a:xfrm>
            <a:off x="5961888" y="3093720"/>
            <a:ext cx="225552" cy="22555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205728" y="3093720"/>
            <a:ext cx="225552" cy="22555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449568" y="3093720"/>
            <a:ext cx="225552" cy="22555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27" name="Text 125"/>
          <p:cNvSpPr/>
          <p:nvPr/>
        </p:nvSpPr>
        <p:spPr>
          <a:xfrm>
            <a:off x="5047488" y="34747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Block+Blinker+Beehive</a:t>
            </a:r>
            <a:endParaRPr lang="en-US" sz="1250" dirty="0"/>
          </a:p>
        </p:txBody>
      </p:sp>
      <p:sp>
        <p:nvSpPr>
          <p:cNvPr id="128" name="Text 126"/>
          <p:cNvSpPr/>
          <p:nvPr/>
        </p:nvSpPr>
        <p:spPr>
          <a:xfrm>
            <a:off x="5047488" y="434340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pattern3.txt</a:t>
            </a:r>
            <a:endParaRPr lang="en-US" sz="1000" dirty="0"/>
          </a:p>
        </p:txBody>
      </p:sp>
      <p:sp>
        <p:nvSpPr>
          <p:cNvPr id="129" name="Shape 127"/>
          <p:cNvSpPr/>
          <p:nvPr/>
        </p:nvSpPr>
        <p:spPr>
          <a:xfrm>
            <a:off x="7159752" y="1645920"/>
            <a:ext cx="2057400" cy="3246120"/>
          </a:xfrm>
          <a:prstGeom prst="rect">
            <a:avLst>
              <a:gd name="adj" fmla="val 4444"/>
            </a:avLst>
          </a:prstGeom>
          <a:solidFill>
            <a:srgbClr val="161B22"/>
          </a:solidFill>
          <a:ln/>
        </p:spPr>
      </p:sp>
      <p:sp>
        <p:nvSpPr>
          <p:cNvPr id="130" name="Shape 128"/>
          <p:cNvSpPr/>
          <p:nvPr/>
        </p:nvSpPr>
        <p:spPr>
          <a:xfrm>
            <a:off x="7434072" y="1874520"/>
            <a:ext cx="274320" cy="274320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7726680" y="1874520"/>
            <a:ext cx="274320" cy="274320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32" name="Shape 130"/>
          <p:cNvSpPr/>
          <p:nvPr/>
        </p:nvSpPr>
        <p:spPr>
          <a:xfrm>
            <a:off x="8019288" y="1874520"/>
            <a:ext cx="274320" cy="274320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33" name="Shape 131"/>
          <p:cNvSpPr/>
          <p:nvPr/>
        </p:nvSpPr>
        <p:spPr>
          <a:xfrm>
            <a:off x="8311896" y="1874520"/>
            <a:ext cx="274320" cy="274320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8604504" y="1874520"/>
            <a:ext cx="274320" cy="274320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35" name="Shape 133"/>
          <p:cNvSpPr/>
          <p:nvPr/>
        </p:nvSpPr>
        <p:spPr>
          <a:xfrm>
            <a:off x="7434072" y="2167128"/>
            <a:ext cx="274320" cy="274320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36" name="Shape 134"/>
          <p:cNvSpPr/>
          <p:nvPr/>
        </p:nvSpPr>
        <p:spPr>
          <a:xfrm>
            <a:off x="7726680" y="2167128"/>
            <a:ext cx="274320" cy="274320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37" name="Shape 135"/>
          <p:cNvSpPr/>
          <p:nvPr/>
        </p:nvSpPr>
        <p:spPr>
          <a:xfrm>
            <a:off x="8019288" y="2167128"/>
            <a:ext cx="274320" cy="274320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38" name="Shape 136"/>
          <p:cNvSpPr/>
          <p:nvPr/>
        </p:nvSpPr>
        <p:spPr>
          <a:xfrm>
            <a:off x="8311896" y="2167128"/>
            <a:ext cx="274320" cy="274320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39" name="Shape 137"/>
          <p:cNvSpPr/>
          <p:nvPr/>
        </p:nvSpPr>
        <p:spPr>
          <a:xfrm>
            <a:off x="8604504" y="2167128"/>
            <a:ext cx="274320" cy="274320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7434072" y="2459736"/>
            <a:ext cx="274320" cy="274320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7726680" y="2459736"/>
            <a:ext cx="274320" cy="274320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42" name="Shape 140"/>
          <p:cNvSpPr/>
          <p:nvPr/>
        </p:nvSpPr>
        <p:spPr>
          <a:xfrm>
            <a:off x="8019288" y="2459736"/>
            <a:ext cx="274320" cy="274320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43" name="Shape 141"/>
          <p:cNvSpPr/>
          <p:nvPr/>
        </p:nvSpPr>
        <p:spPr>
          <a:xfrm>
            <a:off x="8311896" y="2459736"/>
            <a:ext cx="274320" cy="274320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44" name="Shape 142"/>
          <p:cNvSpPr/>
          <p:nvPr/>
        </p:nvSpPr>
        <p:spPr>
          <a:xfrm>
            <a:off x="8604504" y="2459736"/>
            <a:ext cx="274320" cy="274320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434072" y="2752344"/>
            <a:ext cx="274320" cy="274320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726680" y="2752344"/>
            <a:ext cx="274320" cy="274320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8019288" y="2752344"/>
            <a:ext cx="274320" cy="274320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8311896" y="2752344"/>
            <a:ext cx="274320" cy="274320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8604504" y="2752344"/>
            <a:ext cx="274320" cy="274320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434072" y="3044952"/>
            <a:ext cx="274320" cy="274320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726680" y="3044952"/>
            <a:ext cx="274320" cy="274320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52" name="Shape 150"/>
          <p:cNvSpPr/>
          <p:nvPr/>
        </p:nvSpPr>
        <p:spPr>
          <a:xfrm>
            <a:off x="8019288" y="3044952"/>
            <a:ext cx="274320" cy="274320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53" name="Shape 151"/>
          <p:cNvSpPr/>
          <p:nvPr/>
        </p:nvSpPr>
        <p:spPr>
          <a:xfrm>
            <a:off x="8311896" y="3044952"/>
            <a:ext cx="274320" cy="274320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54" name="Shape 152"/>
          <p:cNvSpPr/>
          <p:nvPr/>
        </p:nvSpPr>
        <p:spPr>
          <a:xfrm>
            <a:off x="8604504" y="3044952"/>
            <a:ext cx="274320" cy="274320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55" name="Text 153"/>
          <p:cNvSpPr/>
          <p:nvPr/>
        </p:nvSpPr>
        <p:spPr>
          <a:xfrm>
            <a:off x="7251192" y="34747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Metushelah</a:t>
            </a:r>
            <a:endParaRPr lang="en-US" sz="1250" dirty="0"/>
          </a:p>
        </p:txBody>
      </p:sp>
      <p:sp>
        <p:nvSpPr>
          <p:cNvPr id="156" name="Text 154"/>
          <p:cNvSpPr/>
          <p:nvPr/>
        </p:nvSpPr>
        <p:spPr>
          <a:xfrm>
            <a:off x="7251192" y="434340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pattern4.txt</a:t>
            </a:r>
            <a:endParaRPr lang="en-US" sz="1000" dirty="0"/>
          </a:p>
        </p:txBody>
      </p:sp>
      <p:sp>
        <p:nvSpPr>
          <p:cNvPr id="157" name="Shape 155"/>
          <p:cNvSpPr/>
          <p:nvPr/>
        </p:nvSpPr>
        <p:spPr>
          <a:xfrm>
            <a:off x="9363456" y="1645920"/>
            <a:ext cx="2057400" cy="3246120"/>
          </a:xfrm>
          <a:prstGeom prst="rect">
            <a:avLst>
              <a:gd name="adj" fmla="val 4444"/>
            </a:avLst>
          </a:prstGeom>
          <a:solidFill>
            <a:srgbClr val="161B22"/>
          </a:solidFill>
          <a:ln/>
        </p:spPr>
      </p:sp>
      <p:sp>
        <p:nvSpPr>
          <p:cNvPr id="158" name="Shape 156"/>
          <p:cNvSpPr/>
          <p:nvPr/>
        </p:nvSpPr>
        <p:spPr>
          <a:xfrm>
            <a:off x="9637776" y="1874520"/>
            <a:ext cx="347472" cy="34747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10003536" y="1874520"/>
            <a:ext cx="347472" cy="34747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10369296" y="1874520"/>
            <a:ext cx="347472" cy="34747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10735056" y="1874520"/>
            <a:ext cx="347472" cy="34747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62" name="Shape 160"/>
          <p:cNvSpPr/>
          <p:nvPr/>
        </p:nvSpPr>
        <p:spPr>
          <a:xfrm>
            <a:off x="9637776" y="2240280"/>
            <a:ext cx="347472" cy="34747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10003536" y="2240280"/>
            <a:ext cx="347472" cy="34747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64" name="Shape 162"/>
          <p:cNvSpPr/>
          <p:nvPr/>
        </p:nvSpPr>
        <p:spPr>
          <a:xfrm>
            <a:off x="10369296" y="2240280"/>
            <a:ext cx="347472" cy="34747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65" name="Shape 163"/>
          <p:cNvSpPr/>
          <p:nvPr/>
        </p:nvSpPr>
        <p:spPr>
          <a:xfrm>
            <a:off x="10735056" y="2240280"/>
            <a:ext cx="347472" cy="34747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66" name="Shape 164"/>
          <p:cNvSpPr/>
          <p:nvPr/>
        </p:nvSpPr>
        <p:spPr>
          <a:xfrm>
            <a:off x="9637776" y="2606040"/>
            <a:ext cx="347472" cy="34747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10003536" y="2606040"/>
            <a:ext cx="347472" cy="347472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10369296" y="2606040"/>
            <a:ext cx="347472" cy="34747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69" name="Shape 167"/>
          <p:cNvSpPr/>
          <p:nvPr/>
        </p:nvSpPr>
        <p:spPr>
          <a:xfrm>
            <a:off x="10735056" y="2606040"/>
            <a:ext cx="347472" cy="34747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70" name="Shape 168"/>
          <p:cNvSpPr/>
          <p:nvPr/>
        </p:nvSpPr>
        <p:spPr>
          <a:xfrm>
            <a:off x="9637776" y="2971800"/>
            <a:ext cx="347472" cy="34747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71" name="Shape 169"/>
          <p:cNvSpPr/>
          <p:nvPr/>
        </p:nvSpPr>
        <p:spPr>
          <a:xfrm>
            <a:off x="10003536" y="2971800"/>
            <a:ext cx="347472" cy="34747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72" name="Shape 170"/>
          <p:cNvSpPr/>
          <p:nvPr/>
        </p:nvSpPr>
        <p:spPr>
          <a:xfrm>
            <a:off x="10369296" y="2971800"/>
            <a:ext cx="347472" cy="34747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73" name="Shape 171"/>
          <p:cNvSpPr/>
          <p:nvPr/>
        </p:nvSpPr>
        <p:spPr>
          <a:xfrm>
            <a:off x="10735056" y="2971800"/>
            <a:ext cx="347472" cy="347472"/>
          </a:xfrm>
          <a:prstGeom prst="rect">
            <a:avLst/>
          </a:prstGeom>
          <a:solidFill>
            <a:srgbClr val="1F2733"/>
          </a:solidFill>
          <a:ln/>
        </p:spPr>
      </p:sp>
      <p:sp>
        <p:nvSpPr>
          <p:cNvPr id="174" name="Text 172"/>
          <p:cNvSpPr/>
          <p:nvPr/>
        </p:nvSpPr>
        <p:spPr>
          <a:xfrm>
            <a:off x="9454896" y="34747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Dinamik tuzilma</a:t>
            </a:r>
            <a:endParaRPr lang="en-US" sz="1250" dirty="0"/>
          </a:p>
        </p:txBody>
      </p:sp>
      <p:sp>
        <p:nvSpPr>
          <p:cNvPr id="175" name="Text 173"/>
          <p:cNvSpPr/>
          <p:nvPr/>
        </p:nvSpPr>
        <p:spPr>
          <a:xfrm>
            <a:off x="9454896" y="434340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pattern2.txt</a:t>
            </a:r>
            <a:endParaRPr lang="en-US" sz="1000" dirty="0"/>
          </a:p>
        </p:txBody>
      </p:sp>
      <p:sp>
        <p:nvSpPr>
          <p:cNvPr id="176" name="Text 174"/>
          <p:cNvSpPr/>
          <p:nvPr/>
        </p:nvSpPr>
        <p:spPr>
          <a:xfrm>
            <a:off x="548640" y="51663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Ishga tushirish: ./game_of_life &lt; src/pattern1.txt   (fayl to'g'ridan-to'g'ri read_grid() ga stdin sifatida beriladi)</a:t>
            </a:r>
            <a:endParaRPr lang="en-US" sz="1200" dirty="0"/>
          </a:p>
        </p:txBody>
      </p:sp>
      <p:sp>
        <p:nvSpPr>
          <p:cNvPr id="177" name="Text 17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D12P02 · src/game_of_life.c · Kod tahlili</a:t>
            </a:r>
            <a:endParaRPr lang="en-US" sz="900" dirty="0"/>
          </a:p>
        </p:txBody>
      </p:sp>
      <p:sp>
        <p:nvSpPr>
          <p:cNvPr id="178" name="Text 176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972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Xulosa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164 qator kod —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0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boshidan oxirigacha tushunarli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201168" cy="201168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342900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Kirish: read_grid() + is_whitespace() + only_whitespace_left() — xavfsiz o'qish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023360"/>
            <a:ext cx="201168" cy="201168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393192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Miya: count_neighbors() + next_cell_state() + update_grid() — Conway qoidalari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201168" cy="201168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443484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Chiqish: draw_grid() — ncurses orqali ASCII tasvir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5029200"/>
            <a:ext cx="201168" cy="201168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493776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Boshqaruv: handle_input() + run_game() + main() — hammasini birlashtiradi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5715000"/>
            <a:ext cx="5669280" cy="594360"/>
          </a:xfrm>
          <a:prstGeom prst="rect">
            <a:avLst>
              <a:gd name="adj" fmla="val 12308"/>
            </a:avLst>
          </a:prstGeom>
          <a:solidFill>
            <a:srgbClr val="1F2733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715000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gcc -Wall -Werror -Wextra 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D12P02 · src/game_of_life.c · Kod tahlili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2026-08-02T09:34:19Z</dcterms:created>
  <dcterms:modified xsi:type="dcterms:W3CDTF">2026-08-02T09:34:19Z</dcterms:modified>
</cp:coreProperties>
</file>