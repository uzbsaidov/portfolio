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"/>
            <a:ext cx="1417320" cy="9875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20116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O'ZBEKISTON RESPUBLIKASI OLIY TA'LIM, FAN VA INNOVATSIYALAR VAZIRLIGI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234440" y="493776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Toshkent Davlat Texnika Universiteti  |  Guruh: 178-22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371600" y="868680"/>
            <a:ext cx="640080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987552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Ijtimoiy So'rovnomalar Natijalarini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Tahlil Qilish uchun Sun'iy Intellekt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Modellari va Dasturiy Ta'minotini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Ishlab Chiqish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1051560" y="3639312"/>
            <a:ext cx="155448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51560" y="36393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880360" y="3639312"/>
            <a:ext cx="155448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80360" y="36393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K-means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3639312"/>
            <a:ext cx="155448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9160" y="36393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VADER NLP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537960" y="3639312"/>
            <a:ext cx="155448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37960" y="36393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Flask/Python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57200" y="40690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Bajardi:  Saidov Suhrob Alisherovich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7200" y="43251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Rahbar:  Maraximov Avazjon Raximovich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9436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Toshkent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Taqdimot Rejasi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075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03327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Muammo va Dolzarblik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38074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Nima uchun AI asosidagi so'rovnoma tahlili kerak?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075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103327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Maqsad va Vazifalar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138074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Loyiha nimalarga qaratilgan?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075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103327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Texnologiyalar Tahlili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138074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Mavjud yechimlar va ularning kamchiliklari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258568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58568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060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3317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Ma'lumotlar va Tayyorlash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Dataset: Ustoz AI + sintetik ma'lumotlar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258568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258568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6060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57600" y="23317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AI Modellari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0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Random Forest, K-means, VADER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258568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258568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6060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92240" y="23317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Dasturiy Tizim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92240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Arxitektura va funksionallik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57016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557016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044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22960" y="36301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Sinov Natijalari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39776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91% aniqlik va foydalanuvchi baholari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3557016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557016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39044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657600" y="36301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Xavfsizlik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57600" y="39776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AES-256, JWT, GDPR muvofiqlik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3557016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557016"/>
            <a:ext cx="411480" cy="1170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9044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492240" y="36301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Xulosa va Kelajak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92240" y="39776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Natijalar va rivojlantirish yo'nalishlari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Muammo va Dolzarblik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74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</a:rPr>
              <a:t>Muammo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</a:rPr>
              <a:t>Davlat idoralari va ilmiy muassasalar so'rovnomalarni hali Excel yoki qo'lda tahlil qilmoqda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</a:rPr>
              <a:t>Katta hajmdagi ma'lumotlar bilan ishlash sekin, xatoga moyil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</a:rPr>
              <a:t>O'zbek tiliga moslashtirilgan AI so'rovnoma tizimi mavjud emas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</a:rPr>
              <a:t>Mavjud tijorat yechimlari yillik $300–$5000 turadi va o'zbek tilini qo'llamaydi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</a:rPr>
              <a:t>Natija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Bitiruv oldi amaliyot (Ustoz AI, 2026) va O'zDTM hisoboti (2023) asosida muammo tasdiqlangan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914400"/>
            <a:ext cx="315468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100584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30-45%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0" y="1554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Onlayn so'rovnomalarda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javob berish koeffitsienti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23560" y="2240280"/>
            <a:ext cx="315468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233172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100-200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Inson tahlilchisi kunlik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so'rovnoma hajmi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3566160"/>
            <a:ext cx="315468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36576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10,000+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0" y="42062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Ustoz AI foydalanuvchilari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(asosiy sinov bazasi)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Maqsad va Vazifalar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MAQSAD:  Ijtimoiy so'rovnomalar natijalarini avtomatik tahlil qilish, klassifikatsiya va prognoz beruvchi AI modellari hamda dasturiy ta'minotni ishlab chiqish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2024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1. Mavjud AI usullarini o'rganish va qiyosiy tahlil qilish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74520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92024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2. O'zbekiston sharoitiga mos dataset yig'ish va tozalash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243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24328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700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3. Klassifikatsiya va prognoz modellarini tanlash va o'qitish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6243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624328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6700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4. Flask/Python backend va HTML/JS frontend yaratish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74136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41985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5. Tizimni sinovdan o'tkazish va baholash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37413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374136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41985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6. AES-256 shifrlash, JWT autentifikatsiya — xavfsizlik ta'minlash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855464"/>
            <a:ext cx="8412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90118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</a:rPr>
              <a:t>7. Hayot faoliyati xavfsizligi talablarini bajarish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Mavjud Yechimlar va Ularning Cheklovlari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737360"/>
                <a:gridCol w="1371600"/>
                <a:gridCol w="20116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Vosita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Narxi/yil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ML qobiliyat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O'zbek tili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Bepul versiya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SPSS Statistics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~$1200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Cheklangan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SurveyMonkey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~$300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Minimal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Qisman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 savol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Qualtrics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~$3000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O'rta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Google Forms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Bepul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To'liq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Python (ochiq)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Bepul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To'liq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Qo'lda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To'liq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Ushbu loyiha 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Bepul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RF+KM+VADER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To'liq bepul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Ma'lumotlar To'plami va Tayyorlash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500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Respondent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02412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7EA4"/>
                </a:solidFill>
              </a:rPr>
              <a:t>350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4612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Ustoz AI real ma'lumot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2412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</a:rPr>
              <a:t>150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Sintetik ma'lumot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Ma'lumotlarni Tozalash va Tayyorlash Bosqichlari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15727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99232"/>
            <a:ext cx="157276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32918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47 yozuv (9.4%)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bo'sh qiymat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4032504"/>
            <a:ext cx="11155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4069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Mean/Mode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imputation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84832" y="2999232"/>
            <a:ext cx="15727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84832" y="2999232"/>
            <a:ext cx="157276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39696" y="32918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12 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duplikat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13432" y="4032504"/>
            <a:ext cx="11155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4069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O'chirish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ustunli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03904" y="2999232"/>
            <a:ext cx="15727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03904" y="2999232"/>
            <a:ext cx="157276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32918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8 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anomaliya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32504" y="4032504"/>
            <a:ext cx="11155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4069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IQR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suzuv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22976" y="2999232"/>
            <a:ext cx="15727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22976" y="2999232"/>
            <a:ext cx="157276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2976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32918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Muvozanatsizlik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68%/32%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51576" y="4032504"/>
            <a:ext cx="11155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4069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SMOTE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oversampling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42048" y="2999232"/>
            <a:ext cx="15727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42048" y="2999232"/>
            <a:ext cx="157276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6912" y="32918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41 ustun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xususiyat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70648" y="4032504"/>
            <a:ext cx="11155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96912" y="4069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Feature sel.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</a:rPr>
              <a:t>18 ga kamaytirish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Sun'iy Intellekt Modellari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Klassifikatsiya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200 ta qaror daraxti (ensemble)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GridSearchCV optimal parametrlar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max_depth=15, n_estimators=200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358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Test to'plami: 91% aniqlik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4930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Kross-validatsiya: 89.7% ± 1.8%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914400"/>
            <a:ext cx="2743200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Klasterlashtirish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 (K=4)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1664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Elbow Method → K=4 optimal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1214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Respondentlar 4 guruhga ajratildi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Passiv, o'rtacha, faol, premium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30358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Silhouette score: 0.72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34930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Ustoz AI uchun moslashtirildi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914400"/>
            <a:ext cx="27432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Sentiment Tahlili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VADER NLP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27648" y="1664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Ochiq javoblar (matn) tahlili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21214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O'zbek tilidagi leksikon kengaytma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Positiv / Neytral / Negatiy tasnif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30358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Tarjima + moslashtiruv yondashuvi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34930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Tez, sozlash shart emas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864608"/>
            <a:ext cx="84124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82896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Hybrid yondashuv: RF (klassifikatsiya) + K-means (klasterlashtirish) + VADER (NLP) — bitta integrallashtirilgan pipeline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Modellarni Baholash Mezonlari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46304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Mezon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Logistik Reg.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VADER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Aniqlik (Accuracy)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91%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79%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84% F1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0.89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0.91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0.78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F1-Score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0.90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Kross-validatsiya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89.7% ± 1.8%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77.2% ± 2.1%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Silhouette Score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0.72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O'quv vaqti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38 sek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 sek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 sek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&lt; 1 sek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Inference tezligi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EA4"/>
                          </a:solidFill>
                        </a:rPr>
                        <a:t>8–20x tez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~1000/sek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Dasturiy Tizim Arxitekturasi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Qatlam 1 – Frontend (Foydalanuvchi)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HTML5 / CSS3 / JavaScript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Chart.js grafiklar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581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Drag-and-drop fayl yuklash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89320" y="1581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Hisobot eksport (PDF/CSV)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8412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59152"/>
            <a:ext cx="2743200" cy="1188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9631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Qatlam 2 – Backend (Biznes mantiq)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2496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Python 3.11 / Flask 3.0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2496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scikit-learn ML modellari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9352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VADER NLP tahlili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29352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• REST API endpointlari, JWT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8412480" cy="1188720"/>
          </a:xfrm>
          <a:prstGeom prst="rect">
            <a:avLst/>
          </a:prstGeom>
          <a:solidFill>
            <a:srgbClr val="0D2137"/>
          </a:solidFill>
          <a:ln w="25400">
            <a:solidFill>
              <a:srgbClr val="0D21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12464"/>
            <a:ext cx="27432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4962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Qatlam 3 – Ma'lumotlar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38496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SQLite (development)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38496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PostgreSQL 16 (production)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42885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AES-256 shifrlash (ustun darajasida)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42885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Backup: har 6 soat to'liq + 15 daq incr.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01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7EA4"/>
                </a:solidFill>
              </a:rPr>
              <a:t>Docker konteyner | Kubernetes orqali boshqaruv | Heroku / Render deployment imkoni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Sinov Natijalari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91%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Random Forest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Aniqlik (Accuracy)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96012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005840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7EA4"/>
                </a:solidFill>
              </a:rPr>
              <a:t>4.6/5.0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15 foydalanuvchi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UAT ball (o'rtacha)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96012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005840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B8A6"/>
                </a:solidFill>
              </a:rPr>
              <a:t>8–20x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Qo'lda tahlilga nisbatan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tezlik ustunligi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411480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1518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Birlik testlari (Unit Tests)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Jami testlar: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999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87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Muvaffaqiyatli: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4107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84 (96.6%)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Muvaffaqiyatsiz: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8221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3 (3.4%)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33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qamrovi: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233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&gt; 80%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542032"/>
            <a:ext cx="41605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61518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Ishlash Ko'rsatkichlari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999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500 yozuv analiz vaqti: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999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&lt; 2 sek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107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API response time (p95):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4107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&lt; 350 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822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Xotira iste'moli: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8221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&lt; 512 MB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2336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99.9% uptime SLA: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4233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Kubernetes HA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Xavfsizlik va Ma'lumotlar Maxfiyligi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16052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Autentifikatsiya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JWT (RS256) — Access 15 daq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92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Refresh token — 7 kun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bcrypt (salt=12) parol xesh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RBAC: Admin/Analyst/Researcher/Viewer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87552"/>
            <a:ext cx="416052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875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Transport xavfsizligi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HTTPS / TLS 1.3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792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AES-256-GCM shifrlash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ECDHE kalit almashinuvi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HSTS, CSP, X-Frame-Options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72384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Ma'lumot Himoyasi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529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AES-256 ustun darajasida shifrlash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877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k-anonimlik (k=5)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Differential Privacy (ε=1.0)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GDPR + O'z Respublikasi PDPA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72384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72384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723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OWASP Top 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9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Barcha 10 zaiflik bartaraf etilgan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877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Pydantic validatsiya (Injection)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4224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Rate limiting (Redis Sliding Window)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✓  Penetratsion sinov o'tkazildi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Ishning Ilmiy Yangiligi va Amaliy Ahamiyati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</a:rPr>
              <a:t>Ilmiy Yangilik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O'zbek tili va mahalliy ijtimoiy kontekstga moslashtirilgan so'rovnoma AI tizimi birinchi marta ishlab chiqildi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04288"/>
            <a:ext cx="73152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0008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VADER sentiment tahlilchisi o'zbek tilidagi matnlarga leksikon kengaytirish orqali moslashtirildi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236976"/>
            <a:ext cx="73152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8269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RF + K-means + VADER gibrid pipeline — bitta integrallashtirilgan yechimda birlashtirildi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169664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4169664"/>
            <a:ext cx="73152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15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Mavjud tijorat yechimlari ($300–$5000/yil) va Python kutubxonalari o'rtasidagi bo'shliq to'ldirildi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32120" y="987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</a:rPr>
              <a:t>Amaliy Ahamiyat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32120" y="1389888"/>
            <a:ext cx="1600200" cy="1536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8470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Davlat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idoralari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87768" y="1389888"/>
            <a:ext cx="1600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7768" y="18470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7EA4"/>
                </a:solidFill>
              </a:rPr>
              <a:t>Ta'lim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7EA4"/>
                </a:solidFill>
              </a:rPr>
              <a:t>muassasalari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32120" y="3081528"/>
            <a:ext cx="1600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353872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Marketing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kompaniyalari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87768" y="3081528"/>
            <a:ext cx="1600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87768" y="353872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Ilmiy-tadqiqot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markazlari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32120" y="4773168"/>
            <a:ext cx="324612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47914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SaaS modeli sifatida kengaytirish mumkin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Kelajakdagi Tadqiqot Yo'nalishlari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1005840" cy="18470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Dataset Kengaytirish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63040" y="1499616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O'zbek tilidagi so'rovnoma ma'lumotlar to'plamini ko'paytirish va modelni qayta o'qitish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87552"/>
            <a:ext cx="1005840" cy="18470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3619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852160" y="1097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Ovozli Tahlil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0" y="1499616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Whisper ASR modeli yordamida ovozli so'rovnomalarni matnlashtirib tahlil qilish moduli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99232"/>
            <a:ext cx="1005840" cy="18470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4787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Multimodal Ma'lumotlar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3511296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Matn + rasm birga tahlil qilish — rasm orqali vizual so'rovnoma javoblarini qayta ishlash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99232"/>
            <a:ext cx="1005840" cy="1847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54787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852160" y="31089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LLM Integratsiya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52160" y="3511296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Large Language Model yordamida avtomatik hisobot yaratish va xulosalar chiqarish moduli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Xulosa — Erishilgan Natijalar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6517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91% aniqlik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Random Forest modeli test to'plamida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87552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87552"/>
            <a:ext cx="26517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024128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89.7% ± 1.8%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581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5-katlamli kross-validatsiya natijasi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87552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87552"/>
            <a:ext cx="26517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024128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87 birlik 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1581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96.6% muvaffaqiyat darajasi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06624"/>
            <a:ext cx="26517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43200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4.6/5.0 ball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30098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15 foydalanuvchi UAT baholash natijasi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06624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06624"/>
            <a:ext cx="26517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743200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8-20x tezlik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330098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Qo'lda tahlilga nisbatan ustunlik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706624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06624"/>
            <a:ext cx="26517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2743200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OWASP Top 10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330098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Barcha zaifliklar bartaraf etilgan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553712"/>
            <a:ext cx="841248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Tizim davlat idoralari, ta'lim va marketing sohalari uchun darhol qo'llanilishga tayyor — SaaS sifatida kengaytirilishi mumkin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685800" cy="685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"/>
            <a:ext cx="123444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Diqqatingiz Uchun Rahmat!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371600" y="1920240"/>
            <a:ext cx="640080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208483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91%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31520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Aniqlik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0" y="208483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500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743200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Respondent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754880" y="208483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4.6/5.0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754880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UAT Ball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766560" y="208483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BEPUL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766560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Ochiq Manba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371600" y="3218688"/>
            <a:ext cx="6400800" cy="0"/>
          </a:xfrm>
          <a:prstGeom prst="line">
            <a:avLst/>
          </a:prstGeom>
          <a:noFill/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Bajardi:  Saidov Suhrob Alisherovich  |  Guruh: 178-22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37124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Rahbar:  Maraximov Avazjon Raximovich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TDTU  –  Toshkent,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 Loyihasi Taqdimoti</dc:title>
  <dc:subject>PptxGenJS Presentation</dc:subject>
  <dc:creator>PptxGenJS</dc:creator>
  <cp:lastModifiedBy>PptxGenJS</cp:lastModifiedBy>
  <cp:revision>1</cp:revision>
  <dcterms:created xsi:type="dcterms:W3CDTF">2026-06-04T08:53:23Z</dcterms:created>
  <dcterms:modified xsi:type="dcterms:W3CDTF">2026-06-04T08:53:23Z</dcterms:modified>
</cp:coreProperties>
</file>