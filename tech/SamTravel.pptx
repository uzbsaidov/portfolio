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55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139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100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280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981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07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807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43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498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26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693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7912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521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740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273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9886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56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D8EA3AF-14CB-4766-84D8-AC4C76AAEA57}" type="datetimeFigureOut">
              <a:rPr lang="ru-RU" smtClean="0"/>
              <a:t>24.12.2022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F106660-EF1D-4EF0-BC15-3C44E31AD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677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99023-4F0D-4C77-9108-49B9BEE10D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SamTravel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D9E8DA-DCDC-4492-8D68-C7CC7DF2F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New_Gorizon</a:t>
            </a:r>
            <a:r>
              <a:rPr lang="en-US" dirty="0"/>
              <a:t> TM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044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5C339-4415-4FA0-924F-45B5C331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059" y="609600"/>
            <a:ext cx="10774498" cy="970450"/>
          </a:xfrm>
        </p:spPr>
        <p:txBody>
          <a:bodyPr/>
          <a:lstStyle/>
          <a:p>
            <a:r>
              <a:rPr lang="en-US" dirty="0" err="1"/>
              <a:t>Jamoa</a:t>
            </a:r>
            <a:r>
              <a:rPr lang="en-US" dirty="0"/>
              <a:t> </a:t>
            </a:r>
            <a:r>
              <a:rPr lang="en-US" dirty="0" err="1"/>
              <a:t>a’zolari</a:t>
            </a:r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D8365853-3B5A-4240-8DDC-42B6BFFE8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537" y="4536141"/>
            <a:ext cx="3389264" cy="1255059"/>
          </a:xfrm>
        </p:spPr>
        <p:txBody>
          <a:bodyPr/>
          <a:lstStyle/>
          <a:p>
            <a:pPr marL="36900" indent="0">
              <a:buNone/>
            </a:pP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Project manager -  Ravshan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Kamolov</a:t>
            </a: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,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loyiha</a:t>
            </a: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asoschisi</a:t>
            </a: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.</a:t>
            </a:r>
            <a:endParaRPr lang="ru-RU" dirty="0">
              <a:effectLst/>
            </a:endParaRPr>
          </a:p>
          <a:p>
            <a:pPr marL="36900" indent="0">
              <a:buNone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1A24BD-AC7F-4390-95A6-AAF0A35B1EB1}"/>
              </a:ext>
            </a:extLst>
          </p:cNvPr>
          <p:cNvSpPr txBox="1"/>
          <p:nvPr/>
        </p:nvSpPr>
        <p:spPr>
          <a:xfrm>
            <a:off x="8364070" y="4536141"/>
            <a:ext cx="31824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Backend developer - 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loyihaning</a:t>
            </a: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ichki</a:t>
            </a: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tuzilmasi</a:t>
            </a: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uchun</a:t>
            </a: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Sodiq</a:t>
            </a: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Oydinov</a:t>
            </a:r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710D8-4F49-40E3-A945-1CA02FB0BF78}"/>
              </a:ext>
            </a:extLst>
          </p:cNvPr>
          <p:cNvSpPr txBox="1"/>
          <p:nvPr/>
        </p:nvSpPr>
        <p:spPr>
          <a:xfrm>
            <a:off x="4751294" y="4563505"/>
            <a:ext cx="3074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Frontend developer - 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loyihaning</a:t>
            </a: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tashqi</a:t>
            </a: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tuzilmasi</a:t>
            </a: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uchun</a:t>
            </a: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 </a:t>
            </a:r>
            <a:r>
              <a:rPr lang="en-US" sz="1800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uchun</a:t>
            </a:r>
            <a:r>
              <a:rPr lang="en-US" sz="1800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EEECE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Calisto MT" panose="02040603050505030304" pitchFamily="18" charset="0"/>
                <a:ea typeface="+mn-ea"/>
                <a:cs typeface="+mn-cs"/>
              </a:rPr>
              <a:t> Suhrob Saidov</a:t>
            </a:r>
          </a:p>
          <a:p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EF8C6B6-E043-49AF-BE8D-5C2500B10A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45" t="29281" r="37255" b="33457"/>
          <a:stretch/>
        </p:blipFill>
        <p:spPr>
          <a:xfrm>
            <a:off x="1308847" y="1780390"/>
            <a:ext cx="2286000" cy="255541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7E1CC95-6C92-4245-9935-F2DB25EB8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294" y="1733313"/>
            <a:ext cx="2562194" cy="255899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A63B8EC-8F1E-4C89-B558-DFC4FF689B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45" t="36647" r="35101" b="37139"/>
          <a:stretch/>
        </p:blipFill>
        <p:spPr>
          <a:xfrm>
            <a:off x="8469935" y="1589553"/>
            <a:ext cx="2043953" cy="270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4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BF109-A365-4D5A-8686-F19587B59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Muammo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21DC61-BE96-485D-A472-125B71C49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muammo</a:t>
            </a:r>
            <a:r>
              <a:rPr lang="en-US" dirty="0"/>
              <a:t>: </a:t>
            </a:r>
            <a:r>
              <a:rPr lang="en-US" dirty="0" err="1"/>
              <a:t>Hozirda</a:t>
            </a:r>
            <a:r>
              <a:rPr lang="en-US" dirty="0"/>
              <a:t> </a:t>
            </a:r>
            <a:r>
              <a:rPr lang="en-US" dirty="0" err="1"/>
              <a:t>kóp</a:t>
            </a:r>
            <a:r>
              <a:rPr lang="en-US" dirty="0"/>
              <a:t> </a:t>
            </a:r>
            <a:r>
              <a:rPr lang="en-US" dirty="0" err="1"/>
              <a:t>sayyohlar</a:t>
            </a:r>
            <a:r>
              <a:rPr lang="en-US" dirty="0"/>
              <a:t> </a:t>
            </a:r>
            <a:r>
              <a:rPr lang="en-US" dirty="0" err="1"/>
              <a:t>bizni</a:t>
            </a:r>
            <a:r>
              <a:rPr lang="en-US" dirty="0"/>
              <a:t> hudud </a:t>
            </a:r>
            <a:r>
              <a:rPr lang="en-US" dirty="0" err="1"/>
              <a:t>haqida</a:t>
            </a:r>
            <a:r>
              <a:rPr lang="en-US" dirty="0"/>
              <a:t> </a:t>
            </a:r>
            <a:r>
              <a:rPr lang="en-US" dirty="0" err="1"/>
              <a:t>kóp</a:t>
            </a:r>
            <a:r>
              <a:rPr lang="en-US" dirty="0"/>
              <a:t> </a:t>
            </a:r>
            <a:r>
              <a:rPr lang="en-US" dirty="0" err="1"/>
              <a:t>ma'lumotga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 </a:t>
            </a:r>
            <a:r>
              <a:rPr lang="en-US" dirty="0" err="1"/>
              <a:t>emasligida</a:t>
            </a:r>
            <a:r>
              <a:rPr lang="en-US" dirty="0"/>
              <a:t>.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 err="1"/>
              <a:t>O’zbekistonning</a:t>
            </a:r>
            <a:r>
              <a:rPr lang="en-US" dirty="0"/>
              <a:t> </a:t>
            </a:r>
            <a:r>
              <a:rPr lang="en-US" dirty="0" err="1"/>
              <a:t>qaysi</a:t>
            </a:r>
            <a:r>
              <a:rPr lang="en-US" dirty="0"/>
              <a:t> </a:t>
            </a:r>
            <a:r>
              <a:rPr lang="en-US" dirty="0" err="1"/>
              <a:t>shaharidan</a:t>
            </a:r>
            <a:r>
              <a:rPr lang="en-US" dirty="0"/>
              <a:t> </a:t>
            </a:r>
            <a:r>
              <a:rPr lang="en-US" dirty="0" err="1"/>
              <a:t>borishdan</a:t>
            </a:r>
            <a:r>
              <a:rPr lang="en-US" dirty="0"/>
              <a:t> </a:t>
            </a:r>
            <a:r>
              <a:rPr lang="en-US" dirty="0" err="1"/>
              <a:t>ikkilanish</a:t>
            </a:r>
            <a:r>
              <a:rPr lang="en-US" dirty="0"/>
              <a:t> ?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 err="1"/>
              <a:t>Qayerda</a:t>
            </a:r>
            <a:r>
              <a:rPr lang="en-US" dirty="0"/>
              <a:t> </a:t>
            </a:r>
            <a:r>
              <a:rPr lang="en-US" dirty="0" err="1"/>
              <a:t>tunab</a:t>
            </a:r>
            <a:r>
              <a:rPr lang="en-US" dirty="0"/>
              <a:t> </a:t>
            </a:r>
            <a:r>
              <a:rPr lang="en-US" dirty="0" err="1"/>
              <a:t>qolish</a:t>
            </a:r>
            <a:r>
              <a:rPr lang="en-US" dirty="0"/>
              <a:t> ?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 err="1"/>
              <a:t>Qancha</a:t>
            </a:r>
            <a:r>
              <a:rPr lang="en-US" dirty="0"/>
              <a:t> </a:t>
            </a:r>
            <a:r>
              <a:rPr lang="en-US" dirty="0" err="1"/>
              <a:t>mablag</a:t>
            </a:r>
            <a:r>
              <a:rPr lang="en-US" dirty="0"/>
              <a:t>’ </a:t>
            </a:r>
            <a:r>
              <a:rPr lang="en-US" dirty="0" err="1"/>
              <a:t>ketish</a:t>
            </a:r>
            <a:r>
              <a:rPr lang="en-US" dirty="0"/>
              <a:t> ?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 err="1"/>
              <a:t>Kimga</a:t>
            </a:r>
            <a:r>
              <a:rPr lang="en-US" dirty="0"/>
              <a:t> </a:t>
            </a:r>
            <a:r>
              <a:rPr lang="en-US" dirty="0" err="1"/>
              <a:t>aloqaga</a:t>
            </a:r>
            <a:r>
              <a:rPr lang="en-US" dirty="0"/>
              <a:t> </a:t>
            </a:r>
            <a:r>
              <a:rPr lang="en-US" dirty="0" err="1"/>
              <a:t>chiqish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qayerga</a:t>
            </a:r>
            <a:r>
              <a:rPr lang="en-US" dirty="0"/>
              <a:t> </a:t>
            </a:r>
            <a:r>
              <a:rPr lang="en-US" dirty="0" err="1"/>
              <a:t>murajaat</a:t>
            </a:r>
            <a:r>
              <a:rPr lang="en-US" dirty="0"/>
              <a:t> </a:t>
            </a:r>
            <a:r>
              <a:rPr lang="en-US" dirty="0" err="1"/>
              <a:t>qilish</a:t>
            </a:r>
            <a:r>
              <a:rPr lang="en-US" dirty="0"/>
              <a:t> ?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 err="1"/>
              <a:t>Sizning</a:t>
            </a:r>
            <a:r>
              <a:rPr lang="en-US" dirty="0"/>
              <a:t> </a:t>
            </a:r>
            <a:r>
              <a:rPr lang="en-US" dirty="0" err="1"/>
              <a:t>xafvsizligingizga</a:t>
            </a:r>
            <a:r>
              <a:rPr lang="en-US" dirty="0"/>
              <a:t> 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javobgar</a:t>
            </a:r>
            <a:r>
              <a:rPr lang="en-US" dirty="0"/>
              <a:t> ? </a:t>
            </a:r>
          </a:p>
          <a:p>
            <a:pPr marL="36900" indent="0">
              <a:buNone/>
            </a:pPr>
            <a:r>
              <a:rPr lang="en-US" dirty="0" err="1"/>
              <a:t>Kabi</a:t>
            </a:r>
            <a:r>
              <a:rPr lang="en-US" dirty="0"/>
              <a:t> </a:t>
            </a:r>
            <a:r>
              <a:rPr lang="en-US" dirty="0" err="1"/>
              <a:t>katta</a:t>
            </a:r>
            <a:r>
              <a:rPr lang="en-US" dirty="0"/>
              <a:t> </a:t>
            </a:r>
            <a:r>
              <a:rPr lang="en-US" dirty="0" err="1"/>
              <a:t>muammolarga</a:t>
            </a:r>
            <a:r>
              <a:rPr lang="en-US" dirty="0"/>
              <a:t> </a:t>
            </a:r>
            <a:r>
              <a:rPr lang="en-US" dirty="0" err="1"/>
              <a:t>duch</a:t>
            </a:r>
            <a:r>
              <a:rPr lang="en-US" dirty="0"/>
              <a:t> </a:t>
            </a:r>
            <a:r>
              <a:rPr lang="en-US" dirty="0" err="1"/>
              <a:t>kelasiz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11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DC31DB-6DEE-4073-B7C3-A4BE1C84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Yechim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0DFAB4-2B99-46E7-8256-D184BEA86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dirty="0"/>
              <a:t> 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2800" dirty="0" err="1"/>
              <a:t>Tarixiy</a:t>
            </a:r>
            <a:r>
              <a:rPr lang="en-US" sz="2800" dirty="0"/>
              <a:t> </a:t>
            </a:r>
            <a:r>
              <a:rPr lang="en-US" sz="2800" dirty="0" err="1"/>
              <a:t>obidalar</a:t>
            </a:r>
            <a:endParaRPr lang="en-US" sz="2800" dirty="0"/>
          </a:p>
          <a:p>
            <a:pPr marL="494100" indent="-457200">
              <a:buFont typeface="+mj-lt"/>
              <a:buAutoNum type="arabicPeriod"/>
            </a:pPr>
            <a:r>
              <a:rPr lang="en-US" sz="2800" dirty="0" err="1"/>
              <a:t>Mintaqa</a:t>
            </a:r>
            <a:r>
              <a:rPr lang="en-US" sz="2800" dirty="0"/>
              <a:t> </a:t>
            </a:r>
            <a:r>
              <a:rPr lang="en-US" sz="2800" dirty="0" err="1"/>
              <a:t>tabiati</a:t>
            </a:r>
            <a:endParaRPr lang="en-US" sz="2800" dirty="0"/>
          </a:p>
          <a:p>
            <a:pPr marL="494100" indent="-457200">
              <a:buFont typeface="+mj-lt"/>
              <a:buAutoNum type="arabicPeriod"/>
            </a:pPr>
            <a:r>
              <a:rPr lang="en-US" sz="2800" dirty="0" err="1"/>
              <a:t>Eng</a:t>
            </a:r>
            <a:r>
              <a:rPr lang="en-US" sz="2800" dirty="0"/>
              <a:t> </a:t>
            </a:r>
            <a:r>
              <a:rPr lang="en-US" sz="2800" dirty="0" err="1"/>
              <a:t>katta</a:t>
            </a:r>
            <a:r>
              <a:rPr lang="en-US" sz="2800" dirty="0"/>
              <a:t> </a:t>
            </a:r>
            <a:r>
              <a:rPr lang="en-US" sz="2800" dirty="0" err="1"/>
              <a:t>turizm</a:t>
            </a:r>
            <a:r>
              <a:rPr lang="en-US" sz="2800" dirty="0"/>
              <a:t> </a:t>
            </a:r>
            <a:r>
              <a:rPr lang="en-US" sz="2800" dirty="0" err="1"/>
              <a:t>zonalari</a:t>
            </a:r>
            <a:endParaRPr lang="en-US" sz="2800" dirty="0"/>
          </a:p>
          <a:p>
            <a:pPr marL="494100" indent="-457200">
              <a:buFont typeface="+mj-lt"/>
              <a:buAutoNum type="arabicPeriod"/>
            </a:pPr>
            <a:r>
              <a:rPr lang="en-US" sz="2800" dirty="0" err="1"/>
              <a:t>Sayohatlar</a:t>
            </a:r>
            <a:endParaRPr lang="en-US" sz="2800" dirty="0"/>
          </a:p>
          <a:p>
            <a:pPr marL="494100" indent="-457200">
              <a:buFont typeface="+mj-lt"/>
              <a:buAutoNum type="arabicPeriod"/>
            </a:pPr>
            <a:r>
              <a:rPr lang="en-US" sz="2800" dirty="0" err="1"/>
              <a:t>Xizmatlar</a:t>
            </a:r>
            <a:endParaRPr lang="en-US" sz="2800" dirty="0"/>
          </a:p>
          <a:p>
            <a:pPr marL="494100" indent="-457200">
              <a:buFont typeface="+mj-lt"/>
              <a:buAutoNum type="arabicPeriod"/>
            </a:pPr>
            <a:r>
              <a:rPr lang="en-US" sz="2800" dirty="0" err="1"/>
              <a:t>Konsalting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743881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79F8FB-1737-454A-95A9-34B5C2342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/>
          <a:lstStyle/>
          <a:p>
            <a:r>
              <a:rPr lang="en-US" dirty="0" err="1"/>
              <a:t>Mahsulot</a:t>
            </a:r>
            <a:r>
              <a:rPr lang="en-US" dirty="0"/>
              <a:t> (Demo)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910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FA877-A703-4EB3-9DEE-62867D093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156446"/>
            <a:ext cx="10353762" cy="4679577"/>
          </a:xfrm>
        </p:spPr>
        <p:txBody>
          <a:bodyPr/>
          <a:lstStyle/>
          <a:p>
            <a:r>
              <a:rPr lang="en-US" dirty="0" err="1"/>
              <a:t>Xulosa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18112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49</TotalTime>
  <Words>103</Words>
  <Application>Microsoft Office PowerPoint</Application>
  <PresentationFormat>Широкоэкранный</PresentationFormat>
  <Paragraphs>24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Calisto MT</vt:lpstr>
      <vt:lpstr>Wingdings 2</vt:lpstr>
      <vt:lpstr>Сланец</vt:lpstr>
      <vt:lpstr>SamTravel</vt:lpstr>
      <vt:lpstr>Jamoa a’zolari</vt:lpstr>
      <vt:lpstr>Muammo</vt:lpstr>
      <vt:lpstr>Yechim</vt:lpstr>
      <vt:lpstr>Mahsulot (Demo)</vt:lpstr>
      <vt:lpstr>Xulosa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SamTravel</dc:title>
  <dc:creator>Suhrob Saidov</dc:creator>
  <cp:lastModifiedBy>Suhrob Saidov</cp:lastModifiedBy>
  <cp:revision>9</cp:revision>
  <dcterms:created xsi:type="dcterms:W3CDTF">2022-12-24T03:49:28Z</dcterms:created>
  <dcterms:modified xsi:type="dcterms:W3CDTF">2022-12-24T05:34:27Z</dcterms:modified>
</cp:coreProperties>
</file>