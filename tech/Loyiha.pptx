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" y="640080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" y="640080"/>
            <a:ext cx="146304" cy="14630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576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game_of_life.c — terminal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92640" y="822960"/>
            <a:ext cx="219456" cy="219456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" name="Shape 5"/>
          <p:cNvSpPr/>
          <p:nvPr/>
        </p:nvSpPr>
        <p:spPr>
          <a:xfrm>
            <a:off x="9948672" y="822960"/>
            <a:ext cx="219456" cy="219456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8" name="Shape 6"/>
          <p:cNvSpPr/>
          <p:nvPr/>
        </p:nvSpPr>
        <p:spPr>
          <a:xfrm>
            <a:off x="10204704" y="822960"/>
            <a:ext cx="219456" cy="219456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0" y="1078992"/>
            <a:ext cx="219456" cy="219456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" name="Shape 8"/>
          <p:cNvSpPr/>
          <p:nvPr/>
        </p:nvSpPr>
        <p:spPr>
          <a:xfrm>
            <a:off x="9948672" y="1078992"/>
            <a:ext cx="219456" cy="219456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" name="Shape 9"/>
          <p:cNvSpPr/>
          <p:nvPr/>
        </p:nvSpPr>
        <p:spPr>
          <a:xfrm>
            <a:off x="10204704" y="1078992"/>
            <a:ext cx="219456" cy="219456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0" y="1335024"/>
            <a:ext cx="219456" cy="219456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3" name="Shape 11"/>
          <p:cNvSpPr/>
          <p:nvPr/>
        </p:nvSpPr>
        <p:spPr>
          <a:xfrm>
            <a:off x="9948672" y="1335024"/>
            <a:ext cx="219456" cy="219456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04704" y="1335024"/>
            <a:ext cx="219456" cy="219456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" name="Text 13"/>
          <p:cNvSpPr/>
          <p:nvPr/>
        </p:nvSpPr>
        <p:spPr>
          <a:xfrm>
            <a:off x="9646920" y="163677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D12P02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OF LIFE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Conway hujayrali avtomatini C tilida, ncurses yordamida terminalda vizuallashtirish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160520"/>
            <a:ext cx="2743200" cy="502920"/>
          </a:xfrm>
          <a:prstGeom prst="rect">
            <a:avLst>
              <a:gd name="adj" fmla="val 14545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src/game_of_life.c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21  ·  C dasturlash  ·  Jamoaviy loyiha (Team)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haqida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Zallar sikli ichidagi topshiriq — M-53 moduli sizdan nima so'raydi?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480560"/>
          </a:xfrm>
          <a:prstGeom prst="rect">
            <a:avLst>
              <a:gd name="adj" fmla="val 2041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"Kontemplyatsiya va tahlil moduli" M-53 sizdan bir vaqtlar o'qigan qiziqarli maqolasidagi g'oyani jonlantirishni so'raydi: Hayot O'yinini yaratish. Grafika oddiy bo'lishi mumkin — hatto terminaldagi pseudo-grafika ham yetarli.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So'ralayotgan narsa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Matritsa orqali boshlang'ich holatni kiritish imkoniyati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800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Kamida 5 ta tayyor klassik boshlang'ich holat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5257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O'yinni "tomosha qilish" — kontemplyatsiya uchun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5303520" cy="4480560"/>
          </a:xfrm>
          <a:prstGeom prst="rect">
            <a:avLst>
              <a:gd name="adj" fmla="val 2041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NIMA YOZISH KERAK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src/game_of_life.c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29718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(strukturaviy uslub)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4290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83880" y="3429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ASCII, terminal (ncurses)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886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Doska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3886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× 25 katakcha, toroidal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343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4343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Interaktiv, tezlik sozlanadigan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00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83880" y="4800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loyihasi (2 kishi)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School 21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of Life nima o'zi?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1970-yilda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Conway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ixtiro qilgan hujayrali avtomat (cellular automaton).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"Zero-player" o'yin — boshlang'ich holatni belgilaysan, keyin faqat kuzatasan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52928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Cheksiz 2D katakli doska: har bir katak — tirik yoki o'lik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419856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katakning 8 ta qo'shnisi bor (gorizontal, vertikal, diagonal)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86784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katakchalar bir vaqtda, oddiy qoidalar asosida yangilanadi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53712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Turing-to'liq — nazariy jihatdan har qanday algoritmni bajara oladi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1371600"/>
            <a:ext cx="4846320" cy="4754880"/>
          </a:xfrm>
          <a:prstGeom prst="rect">
            <a:avLst>
              <a:gd name="adj" fmla="val 1923"/>
            </a:avLst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 avlod (tick) davomida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86600" y="2057400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" name="Shape 10"/>
          <p:cNvSpPr/>
          <p:nvPr/>
        </p:nvSpPr>
        <p:spPr>
          <a:xfrm>
            <a:off x="7397496" y="2057400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" name="Shape 11"/>
          <p:cNvSpPr/>
          <p:nvPr/>
        </p:nvSpPr>
        <p:spPr>
          <a:xfrm>
            <a:off x="7708392" y="2057400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19288" y="2057400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2368296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397496" y="2368296"/>
            <a:ext cx="278892" cy="2788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08392" y="2368296"/>
            <a:ext cx="278892" cy="2788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8" name="Shape 16"/>
          <p:cNvSpPr/>
          <p:nvPr/>
        </p:nvSpPr>
        <p:spPr>
          <a:xfrm>
            <a:off x="8019288" y="2368296"/>
            <a:ext cx="278892" cy="2788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2679192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397496" y="2679192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1" name="Shape 19"/>
          <p:cNvSpPr/>
          <p:nvPr/>
        </p:nvSpPr>
        <p:spPr>
          <a:xfrm>
            <a:off x="7708392" y="2679192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2" name="Shape 20"/>
          <p:cNvSpPr/>
          <p:nvPr/>
        </p:nvSpPr>
        <p:spPr>
          <a:xfrm>
            <a:off x="8019288" y="2679192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086600" y="2990088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397496" y="2990088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708392" y="2990088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6" name="Shape 24"/>
          <p:cNvSpPr/>
          <p:nvPr/>
        </p:nvSpPr>
        <p:spPr>
          <a:xfrm>
            <a:off x="8019288" y="2990088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33741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Avlod 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325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281160" y="2057400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0" name="Shape 28"/>
          <p:cNvSpPr/>
          <p:nvPr/>
        </p:nvSpPr>
        <p:spPr>
          <a:xfrm>
            <a:off x="9592056" y="2057400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2057400"/>
            <a:ext cx="278892" cy="2788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13848" y="2057400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3" name="Shape 31"/>
          <p:cNvSpPr/>
          <p:nvPr/>
        </p:nvSpPr>
        <p:spPr>
          <a:xfrm>
            <a:off x="9281160" y="2368296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4" name="Shape 32"/>
          <p:cNvSpPr/>
          <p:nvPr/>
        </p:nvSpPr>
        <p:spPr>
          <a:xfrm>
            <a:off x="9592056" y="2368296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5" name="Shape 33"/>
          <p:cNvSpPr/>
          <p:nvPr/>
        </p:nvSpPr>
        <p:spPr>
          <a:xfrm>
            <a:off x="9902952" y="2368296"/>
            <a:ext cx="278892" cy="2788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213848" y="2368296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7" name="Shape 35"/>
          <p:cNvSpPr/>
          <p:nvPr/>
        </p:nvSpPr>
        <p:spPr>
          <a:xfrm>
            <a:off x="9281160" y="2679192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8" name="Shape 36"/>
          <p:cNvSpPr/>
          <p:nvPr/>
        </p:nvSpPr>
        <p:spPr>
          <a:xfrm>
            <a:off x="9592056" y="2679192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9" name="Shape 37"/>
          <p:cNvSpPr/>
          <p:nvPr/>
        </p:nvSpPr>
        <p:spPr>
          <a:xfrm>
            <a:off x="9902952" y="2679192"/>
            <a:ext cx="278892" cy="2788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13848" y="2679192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1" name="Shape 39"/>
          <p:cNvSpPr/>
          <p:nvPr/>
        </p:nvSpPr>
        <p:spPr>
          <a:xfrm>
            <a:off x="9281160" y="2990088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2" name="Shape 40"/>
          <p:cNvSpPr/>
          <p:nvPr/>
        </p:nvSpPr>
        <p:spPr>
          <a:xfrm>
            <a:off x="9592056" y="2990088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3" name="Shape 41"/>
          <p:cNvSpPr/>
          <p:nvPr/>
        </p:nvSpPr>
        <p:spPr>
          <a:xfrm>
            <a:off x="9902952" y="2990088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13848" y="2990088"/>
            <a:ext cx="278892" cy="2788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5" name="Text 43"/>
          <p:cNvSpPr/>
          <p:nvPr/>
        </p:nvSpPr>
        <p:spPr>
          <a:xfrm>
            <a:off x="9281160" y="33741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Avlod N+1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6656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Blinker: 3 tik → 3 gorizontal katak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040880" y="4480560"/>
            <a:ext cx="4297680" cy="1417320"/>
          </a:xfrm>
          <a:prstGeom prst="rect">
            <a:avLst>
              <a:gd name="adj" fmla="val 5161"/>
            </a:avLst>
          </a:prstGeom>
          <a:solidFill>
            <a:srgbClr val="1F2733"/>
          </a:solidFill>
          <a:ln/>
        </p:spPr>
      </p:sp>
      <p:sp>
        <p:nvSpPr>
          <p:cNvPr id="48" name="Text 46"/>
          <p:cNvSpPr/>
          <p:nvPr/>
        </p:nvSpPr>
        <p:spPr>
          <a:xfrm>
            <a:off x="7223760" y="4572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"Hayotning ko'tarilishi, tushishi va o'zgarishlariga o'xshashligi sabab, bu o'yin real hayot jarayonlarini simulyatsiya qiluvchi o'yinlar sinfiga kiradi" — M. Gardner, 1970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School 21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ta asosiy qoida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tick'da barcha katakchalarga BIR VAQTDA qo'llaniladi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206240"/>
          </a:xfrm>
          <a:prstGeom prst="rect">
            <a:avLst>
              <a:gd name="adj" fmla="val 4068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40280" y="1920240"/>
            <a:ext cx="777240" cy="777240"/>
          </a:xfrm>
          <a:prstGeom prst="ellipse">
            <a:avLst/>
          </a:prstGeom>
          <a:solidFill>
            <a:srgbClr val="1F2733"/>
          </a:solidFill>
          <a:ln w="19050">
            <a:solidFill>
              <a:srgbClr val="E553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Yolg'izlik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Tirik katak, 2 tadan kam tirik qo'shnisi bo'lsa → o'ladi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691640"/>
            <a:ext cx="2697480" cy="4206240"/>
          </a:xfrm>
          <a:prstGeom prst="rect">
            <a:avLst>
              <a:gd name="adj" fmla="val 4068"/>
            </a:avLst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66360" y="1920240"/>
            <a:ext cx="777240" cy="777240"/>
          </a:xfrm>
          <a:prstGeom prst="ellipse">
            <a:avLst/>
          </a:prstGeom>
          <a:solidFill>
            <a:srgbClr val="1F2733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Yashash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57600" y="33832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Tirik katak, 2 yoki 3 ta tirik qo'shnisi bo'lsa → yashab qoladi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2697480" cy="4206240"/>
          </a:xfrm>
          <a:prstGeom prst="rect">
            <a:avLst>
              <a:gd name="adj" fmla="val 4068"/>
            </a:avLst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92440" y="1920240"/>
            <a:ext cx="777240" cy="777240"/>
          </a:xfrm>
          <a:prstGeom prst="ellipse">
            <a:avLst/>
          </a:prstGeom>
          <a:solidFill>
            <a:srgbClr val="1F2733"/>
          </a:solidFill>
          <a:ln w="19050">
            <a:solidFill>
              <a:srgbClr val="E553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Tirbandlik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83680" y="33832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Tirik katak, 3 tadan ko'p tirik qo'shnisi bo'lsa → o'ladi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0" y="1691640"/>
            <a:ext cx="2697480" cy="4206240"/>
          </a:xfrm>
          <a:prstGeom prst="rect">
            <a:avLst>
              <a:gd name="adj" fmla="val 4068"/>
            </a:avLst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950976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018520" y="1920240"/>
            <a:ext cx="777240" cy="777240"/>
          </a:xfrm>
          <a:prstGeom prst="ellipse">
            <a:avLst/>
          </a:prstGeom>
          <a:solidFill>
            <a:srgbClr val="1F2733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1852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976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Tug'ilish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509760" y="33832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O'lik katak, aynan 3 ta tirik qo'shnisi bo'lsa → tiriladi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School 21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Doska va grafika talablari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777240"/>
          </a:xfrm>
          <a:prstGeom prst="rect">
            <a:avLst>
              <a:gd name="adj" fmla="val 9412"/>
            </a:avLst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27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O'LCHAM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88366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× 25 katakcha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5303520" cy="777240"/>
          </a:xfrm>
          <a:prstGeom prst="rect">
            <a:avLst>
              <a:gd name="adj" fmla="val 9412"/>
            </a:avLst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2374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CHEGARA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7977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Toroidal — doska "aylanma"; o'ng chekkadan chiqqan chapdan chiqadi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46704"/>
            <a:ext cx="5303520" cy="777240"/>
          </a:xfrm>
          <a:prstGeom prst="rect">
            <a:avLst>
              <a:gd name="adj" fmla="val 9412"/>
            </a:avLst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198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GRAFIKA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67588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ASCII belgilar, terminalda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42816"/>
            <a:ext cx="5303520" cy="777240"/>
          </a:xfrm>
          <a:prstGeom prst="rect">
            <a:avLst>
              <a:gd name="adj" fmla="val 9412"/>
            </a:avLst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KUTUBXONA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57200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ncurses (tavsiya etiladi)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38928"/>
            <a:ext cx="5303520" cy="777240"/>
          </a:xfrm>
          <a:prstGeom prst="rect">
            <a:avLst>
              <a:gd name="adj" fmla="val 9412"/>
            </a:avLst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12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KIRISH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46811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 holat stdin orqali, matritsa ko'rinishida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5303520" cy="4526280"/>
          </a:xfrm>
          <a:prstGeom prst="rect">
            <a:avLst>
              <a:gd name="adj" fmla="val 2020"/>
            </a:avLst>
          </a:prstGeom>
          <a:solidFill>
            <a:srgbClr val="1F2733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TOROIDAL DOSKA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2286000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79208" y="2286000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63256" y="2286000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7304" y="2286000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31352" y="2286000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2670048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9208" y="2670048"/>
            <a:ext cx="356616" cy="356616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63256" y="2670048"/>
            <a:ext cx="356616" cy="356616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47304" y="2670048"/>
            <a:ext cx="356616" cy="356616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31352" y="2670048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5160" y="3054096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79208" y="3054096"/>
            <a:ext cx="356616" cy="356616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63256" y="3054096"/>
            <a:ext cx="356616" cy="356616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47304" y="3054096"/>
            <a:ext cx="356616" cy="356616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31352" y="3054096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5160" y="3438144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79208" y="3438144"/>
            <a:ext cx="356616" cy="356616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63256" y="3438144"/>
            <a:ext cx="356616" cy="356616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47304" y="3438144"/>
            <a:ext cx="356616" cy="356616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31352" y="3438144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95160" y="3822192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79208" y="3822192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63256" y="3822192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47304" y="3822192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31352" y="3822192"/>
            <a:ext cx="356616" cy="356616"/>
          </a:xfrm>
          <a:prstGeom prst="rect">
            <a:avLst/>
          </a:prstGeom>
          <a:solidFill>
            <a:srgbClr val="2A3441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31352" y="3822192"/>
            <a:ext cx="356616" cy="356616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6" name="Shape 44"/>
          <p:cNvSpPr/>
          <p:nvPr/>
        </p:nvSpPr>
        <p:spPr>
          <a:xfrm>
            <a:off x="6995160" y="2286000"/>
            <a:ext cx="356616" cy="35661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7" name="Text 45"/>
          <p:cNvSpPr/>
          <p:nvPr/>
        </p:nvSpPr>
        <p:spPr>
          <a:xfrm>
            <a:off x="6492240" y="4434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Pastki-o'ng burchak ↔ Yuqori-chap burchak — bir-biriga QO'SHNI hisoblanadi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School 21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Interaktiv boshqaruv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davomida foydalanuvchi quyidagi tugmalar orqali boshqaradi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737360"/>
            <a:ext cx="3291840" cy="4023360"/>
          </a:xfrm>
          <a:prstGeom prst="rect">
            <a:avLst>
              <a:gd name="adj" fmla="val 3889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21031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2103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88720" y="3703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Tezlashtirish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80160" y="42519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tezligini oshiradi — avlodlar tezroq almashadi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291840" cy="4023360"/>
          </a:xfrm>
          <a:prstGeom prst="rect">
            <a:avLst>
              <a:gd name="adj" fmla="val 3889"/>
            </a:avLst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0" y="21031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F2733"/>
          </a:solidFill>
          <a:ln w="254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103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937760" y="3703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Sekinlashtirish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42519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tezligini pasaytiradi — kuzatish qulayroq bo'ladi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1737360"/>
            <a:ext cx="3291840" cy="4023360"/>
          </a:xfrm>
          <a:prstGeom prst="rect">
            <a:avLst>
              <a:gd name="adj" fmla="val 3889"/>
            </a:avLst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9464040" y="21031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F2733"/>
          </a:solidFill>
          <a:ln w="25400">
            <a:solidFill>
              <a:srgbClr val="E553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103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␣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686800" y="3703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To'xtatish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778240" y="42519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Probel (Space) bosilsa — o'yin tugaydi, dastur yopiladi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School 21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 sifati talablari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topshirilgach avtomatik tekshiruvlardan o'tadi — shuning uchun boshidanoq shu qoidalarga rioya qiling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ect">
            <a:avLst>
              <a:gd name="adj" fmla="val 4651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F27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Funksiya uzunligi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280720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funksiya 42 qatordan oshmasligi kerak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965960"/>
          </a:xfrm>
          <a:prstGeom prst="rect">
            <a:avLst>
              <a:gd name="adj" fmla="val 4651"/>
            </a:avLst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8745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F273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cppcheck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423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Statik analiz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80560" y="280720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cppcheck orqali statik tahlildan o'tadi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965960"/>
          </a:xfrm>
          <a:prstGeom prst="rect">
            <a:avLst>
              <a:gd name="adj" fmla="val 4651"/>
            </a:avLst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745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F273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clang-format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423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 stili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0" y="280720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Formatlash clang-format standartiga mos bo'lishi kerak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965960"/>
          </a:xfrm>
          <a:prstGeom prst="rect">
            <a:avLst>
              <a:gd name="adj" fmla="val 4651"/>
            </a:avLst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0690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F273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valgrind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Xotira xavfsizligi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31520" y="50017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(xotira sizishi) bo'lmasligi tekshiriladi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20440" cy="1965960"/>
          </a:xfrm>
          <a:prstGeom prst="rect">
            <a:avLst>
              <a:gd name="adj" fmla="val 4651"/>
            </a:avLst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4480560" y="40690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F2733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system()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Tizim chaqiruvlari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480560" y="50017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system() va shunga o'xshash funksiyalar TAQIQLANGAN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20440" cy="1965960"/>
          </a:xfrm>
          <a:prstGeom prst="rect">
            <a:avLst>
              <a:gd name="adj" fmla="val 4651"/>
            </a:avLst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0" y="40690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F2733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Strukturaviy uslub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29600" y="50017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goto'siz, aniq va tartibli strukturaviy dasturlash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School 21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ta klassik boshlang'ich holat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Kamida 5 ta tayyor fayl — input redirection orqali tezkor ishga tushirish uchun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57400" cy="310896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" name="Shape 4"/>
          <p:cNvSpPr/>
          <p:nvPr/>
        </p:nvSpPr>
        <p:spPr>
          <a:xfrm>
            <a:off x="122301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" name="Shape 5"/>
          <p:cNvSpPr/>
          <p:nvPr/>
        </p:nvSpPr>
        <p:spPr>
          <a:xfrm>
            <a:off x="157734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" name="Shape 6"/>
          <p:cNvSpPr/>
          <p:nvPr/>
        </p:nvSpPr>
        <p:spPr>
          <a:xfrm>
            <a:off x="193167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36601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" name="Shape 8"/>
          <p:cNvSpPr/>
          <p:nvPr/>
        </p:nvSpPr>
        <p:spPr>
          <a:xfrm>
            <a:off x="1223010" y="236601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1" name="Shape 9"/>
          <p:cNvSpPr/>
          <p:nvPr/>
        </p:nvSpPr>
        <p:spPr>
          <a:xfrm>
            <a:off x="1577340" y="236601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31670" y="236601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72034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3010" y="272034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" name="Shape 13"/>
          <p:cNvSpPr/>
          <p:nvPr/>
        </p:nvSpPr>
        <p:spPr>
          <a:xfrm>
            <a:off x="1577340" y="272034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31670" y="272034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8" name="Shape 16"/>
          <p:cNvSpPr/>
          <p:nvPr/>
        </p:nvSpPr>
        <p:spPr>
          <a:xfrm>
            <a:off x="122301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9" name="Shape 17"/>
          <p:cNvSpPr/>
          <p:nvPr/>
        </p:nvSpPr>
        <p:spPr>
          <a:xfrm>
            <a:off x="157734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3167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66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39319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(barqaror)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88920" y="1737360"/>
            <a:ext cx="2057400" cy="310896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310896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5" name="Shape 23"/>
          <p:cNvSpPr/>
          <p:nvPr/>
        </p:nvSpPr>
        <p:spPr>
          <a:xfrm>
            <a:off x="346329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6" name="Shape 24"/>
          <p:cNvSpPr/>
          <p:nvPr/>
        </p:nvSpPr>
        <p:spPr>
          <a:xfrm>
            <a:off x="381762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7" name="Shape 25"/>
          <p:cNvSpPr/>
          <p:nvPr/>
        </p:nvSpPr>
        <p:spPr>
          <a:xfrm>
            <a:off x="417195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8" name="Shape 26"/>
          <p:cNvSpPr/>
          <p:nvPr/>
        </p:nvSpPr>
        <p:spPr>
          <a:xfrm>
            <a:off x="3108960" y="236601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9" name="Shape 27"/>
          <p:cNvSpPr/>
          <p:nvPr/>
        </p:nvSpPr>
        <p:spPr>
          <a:xfrm>
            <a:off x="3463290" y="236601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0" name="Shape 28"/>
          <p:cNvSpPr/>
          <p:nvPr/>
        </p:nvSpPr>
        <p:spPr>
          <a:xfrm>
            <a:off x="3817620" y="236601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1" name="Shape 29"/>
          <p:cNvSpPr/>
          <p:nvPr/>
        </p:nvSpPr>
        <p:spPr>
          <a:xfrm>
            <a:off x="4171950" y="236601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2" name="Shape 30"/>
          <p:cNvSpPr/>
          <p:nvPr/>
        </p:nvSpPr>
        <p:spPr>
          <a:xfrm>
            <a:off x="3108960" y="272034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3" name="Shape 31"/>
          <p:cNvSpPr/>
          <p:nvPr/>
        </p:nvSpPr>
        <p:spPr>
          <a:xfrm>
            <a:off x="3463290" y="272034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4" name="Shape 32"/>
          <p:cNvSpPr/>
          <p:nvPr/>
        </p:nvSpPr>
        <p:spPr>
          <a:xfrm>
            <a:off x="3817620" y="272034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5" name="Shape 33"/>
          <p:cNvSpPr/>
          <p:nvPr/>
        </p:nvSpPr>
        <p:spPr>
          <a:xfrm>
            <a:off x="4171950" y="272034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6" name="Shape 34"/>
          <p:cNvSpPr/>
          <p:nvPr/>
        </p:nvSpPr>
        <p:spPr>
          <a:xfrm>
            <a:off x="310896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7" name="Shape 35"/>
          <p:cNvSpPr/>
          <p:nvPr/>
        </p:nvSpPr>
        <p:spPr>
          <a:xfrm>
            <a:off x="346329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8" name="Shape 36"/>
          <p:cNvSpPr/>
          <p:nvPr/>
        </p:nvSpPr>
        <p:spPr>
          <a:xfrm>
            <a:off x="381762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9" name="Shape 37"/>
          <p:cNvSpPr/>
          <p:nvPr/>
        </p:nvSpPr>
        <p:spPr>
          <a:xfrm>
            <a:off x="417195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0" name="Text 38"/>
          <p:cNvSpPr/>
          <p:nvPr/>
        </p:nvSpPr>
        <p:spPr>
          <a:xfrm>
            <a:off x="2926080" y="3566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Blinker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2926080" y="39319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Periodik (oscillator)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029200" y="1737360"/>
            <a:ext cx="2057400" cy="310896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/>
        </p:spPr>
      </p:sp>
      <p:sp>
        <p:nvSpPr>
          <p:cNvPr id="43" name="Shape 41"/>
          <p:cNvSpPr/>
          <p:nvPr/>
        </p:nvSpPr>
        <p:spPr>
          <a:xfrm>
            <a:off x="534924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4" name="Shape 42"/>
          <p:cNvSpPr/>
          <p:nvPr/>
        </p:nvSpPr>
        <p:spPr>
          <a:xfrm>
            <a:off x="5703570" y="201168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5" name="Shape 43"/>
          <p:cNvSpPr/>
          <p:nvPr/>
        </p:nvSpPr>
        <p:spPr>
          <a:xfrm>
            <a:off x="605790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6" name="Shape 44"/>
          <p:cNvSpPr/>
          <p:nvPr/>
        </p:nvSpPr>
        <p:spPr>
          <a:xfrm>
            <a:off x="641223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7" name="Shape 45"/>
          <p:cNvSpPr/>
          <p:nvPr/>
        </p:nvSpPr>
        <p:spPr>
          <a:xfrm>
            <a:off x="5349240" y="236601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8" name="Shape 46"/>
          <p:cNvSpPr/>
          <p:nvPr/>
        </p:nvSpPr>
        <p:spPr>
          <a:xfrm>
            <a:off x="5703570" y="236601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9" name="Shape 47"/>
          <p:cNvSpPr/>
          <p:nvPr/>
        </p:nvSpPr>
        <p:spPr>
          <a:xfrm>
            <a:off x="6057900" y="236601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50" name="Shape 48"/>
          <p:cNvSpPr/>
          <p:nvPr/>
        </p:nvSpPr>
        <p:spPr>
          <a:xfrm>
            <a:off x="6412230" y="236601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1" name="Shape 49"/>
          <p:cNvSpPr/>
          <p:nvPr/>
        </p:nvSpPr>
        <p:spPr>
          <a:xfrm>
            <a:off x="5349240" y="272034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52" name="Shape 50"/>
          <p:cNvSpPr/>
          <p:nvPr/>
        </p:nvSpPr>
        <p:spPr>
          <a:xfrm>
            <a:off x="5703570" y="272034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53" name="Shape 51"/>
          <p:cNvSpPr/>
          <p:nvPr/>
        </p:nvSpPr>
        <p:spPr>
          <a:xfrm>
            <a:off x="6057900" y="272034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54" name="Shape 52"/>
          <p:cNvSpPr/>
          <p:nvPr/>
        </p:nvSpPr>
        <p:spPr>
          <a:xfrm>
            <a:off x="6412230" y="272034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5" name="Shape 53"/>
          <p:cNvSpPr/>
          <p:nvPr/>
        </p:nvSpPr>
        <p:spPr>
          <a:xfrm>
            <a:off x="534924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6" name="Shape 54"/>
          <p:cNvSpPr/>
          <p:nvPr/>
        </p:nvSpPr>
        <p:spPr>
          <a:xfrm>
            <a:off x="570357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7" name="Shape 55"/>
          <p:cNvSpPr/>
          <p:nvPr/>
        </p:nvSpPr>
        <p:spPr>
          <a:xfrm>
            <a:off x="605790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8" name="Shape 56"/>
          <p:cNvSpPr/>
          <p:nvPr/>
        </p:nvSpPr>
        <p:spPr>
          <a:xfrm>
            <a:off x="641223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9" name="Text 57"/>
          <p:cNvSpPr/>
          <p:nvPr/>
        </p:nvSpPr>
        <p:spPr>
          <a:xfrm>
            <a:off x="5166360" y="3566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Glider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166360" y="39319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Harakatlanuvchi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269480" y="1737360"/>
            <a:ext cx="2057400" cy="310896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/>
        </p:spPr>
      </p:sp>
      <p:sp>
        <p:nvSpPr>
          <p:cNvPr id="62" name="Shape 60"/>
          <p:cNvSpPr/>
          <p:nvPr/>
        </p:nvSpPr>
        <p:spPr>
          <a:xfrm>
            <a:off x="7589520" y="20116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3" name="Shape 61"/>
          <p:cNvSpPr/>
          <p:nvPr/>
        </p:nvSpPr>
        <p:spPr>
          <a:xfrm>
            <a:off x="7825740" y="20116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4" name="Shape 62"/>
          <p:cNvSpPr/>
          <p:nvPr/>
        </p:nvSpPr>
        <p:spPr>
          <a:xfrm>
            <a:off x="8061960" y="20116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5" name="Shape 63"/>
          <p:cNvSpPr/>
          <p:nvPr/>
        </p:nvSpPr>
        <p:spPr>
          <a:xfrm>
            <a:off x="8298180" y="20116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6" name="Shape 64"/>
          <p:cNvSpPr/>
          <p:nvPr/>
        </p:nvSpPr>
        <p:spPr>
          <a:xfrm>
            <a:off x="8534400" y="20116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7" name="Shape 65"/>
          <p:cNvSpPr/>
          <p:nvPr/>
        </p:nvSpPr>
        <p:spPr>
          <a:xfrm>
            <a:off x="8770620" y="20116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8" name="Shape 66"/>
          <p:cNvSpPr/>
          <p:nvPr/>
        </p:nvSpPr>
        <p:spPr>
          <a:xfrm>
            <a:off x="7589520" y="2247900"/>
            <a:ext cx="217932" cy="21793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69" name="Shape 67"/>
          <p:cNvSpPr/>
          <p:nvPr/>
        </p:nvSpPr>
        <p:spPr>
          <a:xfrm>
            <a:off x="7825740" y="2247900"/>
            <a:ext cx="217932" cy="21793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0" name="Shape 68"/>
          <p:cNvSpPr/>
          <p:nvPr/>
        </p:nvSpPr>
        <p:spPr>
          <a:xfrm>
            <a:off x="8061960" y="224790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1" name="Shape 69"/>
          <p:cNvSpPr/>
          <p:nvPr/>
        </p:nvSpPr>
        <p:spPr>
          <a:xfrm>
            <a:off x="8298180" y="224790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2" name="Shape 70"/>
          <p:cNvSpPr/>
          <p:nvPr/>
        </p:nvSpPr>
        <p:spPr>
          <a:xfrm>
            <a:off x="8534400" y="224790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3" name="Shape 71"/>
          <p:cNvSpPr/>
          <p:nvPr/>
        </p:nvSpPr>
        <p:spPr>
          <a:xfrm>
            <a:off x="8770620" y="224790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4" name="Shape 72"/>
          <p:cNvSpPr/>
          <p:nvPr/>
        </p:nvSpPr>
        <p:spPr>
          <a:xfrm>
            <a:off x="7589520" y="248412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5" name="Shape 73"/>
          <p:cNvSpPr/>
          <p:nvPr/>
        </p:nvSpPr>
        <p:spPr>
          <a:xfrm>
            <a:off x="7825740" y="2484120"/>
            <a:ext cx="217932" cy="21793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6" name="Shape 74"/>
          <p:cNvSpPr/>
          <p:nvPr/>
        </p:nvSpPr>
        <p:spPr>
          <a:xfrm>
            <a:off x="8061960" y="248412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7" name="Shape 75"/>
          <p:cNvSpPr/>
          <p:nvPr/>
        </p:nvSpPr>
        <p:spPr>
          <a:xfrm>
            <a:off x="8298180" y="248412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8" name="Shape 76"/>
          <p:cNvSpPr/>
          <p:nvPr/>
        </p:nvSpPr>
        <p:spPr>
          <a:xfrm>
            <a:off x="8534400" y="248412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9" name="Shape 77"/>
          <p:cNvSpPr/>
          <p:nvPr/>
        </p:nvSpPr>
        <p:spPr>
          <a:xfrm>
            <a:off x="8770620" y="248412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0" name="Shape 78"/>
          <p:cNvSpPr/>
          <p:nvPr/>
        </p:nvSpPr>
        <p:spPr>
          <a:xfrm>
            <a:off x="7589520" y="272034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1" name="Shape 79"/>
          <p:cNvSpPr/>
          <p:nvPr/>
        </p:nvSpPr>
        <p:spPr>
          <a:xfrm>
            <a:off x="7825740" y="2720340"/>
            <a:ext cx="217932" cy="21793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82" name="Shape 80"/>
          <p:cNvSpPr/>
          <p:nvPr/>
        </p:nvSpPr>
        <p:spPr>
          <a:xfrm>
            <a:off x="8061960" y="2720340"/>
            <a:ext cx="217932" cy="21793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83" name="Shape 81"/>
          <p:cNvSpPr/>
          <p:nvPr/>
        </p:nvSpPr>
        <p:spPr>
          <a:xfrm>
            <a:off x="8298180" y="2720340"/>
            <a:ext cx="217932" cy="21793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84" name="Shape 82"/>
          <p:cNvSpPr/>
          <p:nvPr/>
        </p:nvSpPr>
        <p:spPr>
          <a:xfrm>
            <a:off x="8534400" y="272034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5" name="Shape 83"/>
          <p:cNvSpPr/>
          <p:nvPr/>
        </p:nvSpPr>
        <p:spPr>
          <a:xfrm>
            <a:off x="8770620" y="272034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6" name="Shape 84"/>
          <p:cNvSpPr/>
          <p:nvPr/>
        </p:nvSpPr>
        <p:spPr>
          <a:xfrm>
            <a:off x="7589520" y="295656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7" name="Shape 85"/>
          <p:cNvSpPr/>
          <p:nvPr/>
        </p:nvSpPr>
        <p:spPr>
          <a:xfrm>
            <a:off x="7825740" y="295656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8" name="Shape 86"/>
          <p:cNvSpPr/>
          <p:nvPr/>
        </p:nvSpPr>
        <p:spPr>
          <a:xfrm>
            <a:off x="8061960" y="295656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9" name="Shape 87"/>
          <p:cNvSpPr/>
          <p:nvPr/>
        </p:nvSpPr>
        <p:spPr>
          <a:xfrm>
            <a:off x="8298180" y="295656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0" name="Shape 88"/>
          <p:cNvSpPr/>
          <p:nvPr/>
        </p:nvSpPr>
        <p:spPr>
          <a:xfrm>
            <a:off x="8534400" y="295656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1" name="Shape 89"/>
          <p:cNvSpPr/>
          <p:nvPr/>
        </p:nvSpPr>
        <p:spPr>
          <a:xfrm>
            <a:off x="8770620" y="295656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2" name="Shape 90"/>
          <p:cNvSpPr/>
          <p:nvPr/>
        </p:nvSpPr>
        <p:spPr>
          <a:xfrm>
            <a:off x="7589520" y="31927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3" name="Shape 91"/>
          <p:cNvSpPr/>
          <p:nvPr/>
        </p:nvSpPr>
        <p:spPr>
          <a:xfrm>
            <a:off x="7825740" y="31927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4" name="Shape 92"/>
          <p:cNvSpPr/>
          <p:nvPr/>
        </p:nvSpPr>
        <p:spPr>
          <a:xfrm>
            <a:off x="8061960" y="31927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5" name="Shape 93"/>
          <p:cNvSpPr/>
          <p:nvPr/>
        </p:nvSpPr>
        <p:spPr>
          <a:xfrm>
            <a:off x="8298180" y="31927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6" name="Shape 94"/>
          <p:cNvSpPr/>
          <p:nvPr/>
        </p:nvSpPr>
        <p:spPr>
          <a:xfrm>
            <a:off x="8534400" y="31927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7" name="Shape 95"/>
          <p:cNvSpPr/>
          <p:nvPr/>
        </p:nvSpPr>
        <p:spPr>
          <a:xfrm>
            <a:off x="8770620" y="3192780"/>
            <a:ext cx="217932" cy="21793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8" name="Text 96"/>
          <p:cNvSpPr/>
          <p:nvPr/>
        </p:nvSpPr>
        <p:spPr>
          <a:xfrm>
            <a:off x="7406640" y="3566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Diehard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7406640" y="39319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Methuselah</a:t>
            </a:r>
            <a:endParaRPr lang="en-US" sz="1150" dirty="0"/>
          </a:p>
        </p:txBody>
      </p:sp>
      <p:sp>
        <p:nvSpPr>
          <p:cNvPr id="100" name="Shape 98"/>
          <p:cNvSpPr/>
          <p:nvPr/>
        </p:nvSpPr>
        <p:spPr>
          <a:xfrm>
            <a:off x="9509760" y="1737360"/>
            <a:ext cx="2057400" cy="310896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/>
        </p:spPr>
      </p:sp>
      <p:sp>
        <p:nvSpPr>
          <p:cNvPr id="101" name="Shape 99"/>
          <p:cNvSpPr/>
          <p:nvPr/>
        </p:nvSpPr>
        <p:spPr>
          <a:xfrm>
            <a:off x="982980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18413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53846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892790" y="201168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829800" y="236601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184130" y="236601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538460" y="236601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892790" y="236601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829800" y="272034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184130" y="272034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538460" y="272034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892790" y="272034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82980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18413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538460" y="3074670"/>
            <a:ext cx="336042" cy="33604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892790" y="3074670"/>
            <a:ext cx="336042" cy="33604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46920" y="3566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Gosper Gun</a:t>
            </a:r>
            <a:endParaRPr lang="en-US" sz="1500" dirty="0"/>
          </a:p>
        </p:txBody>
      </p:sp>
      <p:sp>
        <p:nvSpPr>
          <p:cNvPr id="118" name="Text 116"/>
          <p:cNvSpPr/>
          <p:nvPr/>
        </p:nvSpPr>
        <p:spPr>
          <a:xfrm>
            <a:off x="9646920" y="39319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 (to'p)</a:t>
            </a:r>
            <a:endParaRPr lang="en-US" sz="1150" dirty="0"/>
          </a:p>
        </p:txBody>
      </p:sp>
      <p:sp>
        <p:nvSpPr>
          <p:cNvPr id="119" name="Text 117"/>
          <p:cNvSpPr/>
          <p:nvPr/>
        </p:nvSpPr>
        <p:spPr>
          <a:xfrm>
            <a:off x="54864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boshqa klassik toifalar: eaters, reflectors, breeders, puffer trains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School 21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 jarayoni (Git workflow)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440180" y="2103120"/>
            <a:ext cx="822960" cy="822960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01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63140" y="2514600"/>
            <a:ext cx="123444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8580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GitLab'dan loyihani xuddi shu nom bilan klon qilish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97580" y="2103120"/>
            <a:ext cx="822960" cy="822960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75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20540" y="2514600"/>
            <a:ext cx="123444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branch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develop branch yaratib, barcha ishni shu yerda olib borish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54980" y="2103120"/>
            <a:ext cx="822960" cy="822960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49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77940" y="2514600"/>
            <a:ext cx="123444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80060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 da yozish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manba kodi src/ papkasida yaratiladi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12380" y="2103120"/>
            <a:ext cx="822960" cy="822960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23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435340" y="2514600"/>
            <a:ext cx="123444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85800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Tekshirish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cppcheck, clang-format va valgrind orqali lokal tekshiruv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69780" y="2103120"/>
            <a:ext cx="822960" cy="822960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97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91540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&amp; Review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6112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branch push qilinadi, so'ng peer-review va avto-testlar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" y="5029200"/>
            <a:ext cx="10515600" cy="1051560"/>
          </a:xfrm>
          <a:prstGeom prst="rect">
            <a:avLst>
              <a:gd name="adj" fmla="val 8696"/>
            </a:avLst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02920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Eslatma: har bir topshiriq peer-review checklist, avto-testlar, kod stili va statik tahlil, hamda xotira xavfsizligi tekshiruvidan o'tadi.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School 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Xulosa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Oddiy qoidalardan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murakkab hayot tug'iladi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370332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36118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tilida strukturaviy, toza va xavfsiz kod yozish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41148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80×25 toroidal doskani ncurses bilan vizuallashtirish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6177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klassik pattern bilan interaktiv tajriba yaratish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21208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51206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cppcheck, clang-format, valgrind talablariga to'liq javob berish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Omad, va M-53 ni zeriktirmang! 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School 21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2026-08-01T06:58:02Z</dcterms:created>
  <dcterms:modified xsi:type="dcterms:W3CDTF">2026-08-01T06:58:02Z</dcterms:modified>
</cp:coreProperties>
</file>